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E1E9A6-82B2-4C0C-AD6D-0622A4AA37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282A4A4-1C58-4A4B-BA0D-BDF7BF09A5B7}">
      <dgm:prSet/>
      <dgm:spPr/>
      <dgm:t>
        <a:bodyPr/>
        <a:lstStyle/>
        <a:p>
          <a:r>
            <a:rPr lang="en-US"/>
            <a:t>Tema: Foundation Models en IA Generativa</a:t>
          </a:r>
        </a:p>
      </dgm:t>
    </dgm:pt>
    <dgm:pt modelId="{241AC9B4-2D14-40AC-BE3A-3E28CD5BFD38}" type="parTrans" cxnId="{8E3F9190-E83A-42D0-A700-1470D76BE377}">
      <dgm:prSet/>
      <dgm:spPr/>
      <dgm:t>
        <a:bodyPr/>
        <a:lstStyle/>
        <a:p>
          <a:endParaRPr lang="en-US"/>
        </a:p>
      </dgm:t>
    </dgm:pt>
    <dgm:pt modelId="{D4035D6A-4C99-4354-BD55-4E4DE2A7733B}" type="sibTrans" cxnId="{8E3F9190-E83A-42D0-A700-1470D76BE377}">
      <dgm:prSet/>
      <dgm:spPr/>
      <dgm:t>
        <a:bodyPr/>
        <a:lstStyle/>
        <a:p>
          <a:endParaRPr lang="en-US"/>
        </a:p>
      </dgm:t>
    </dgm:pt>
    <dgm:pt modelId="{75CFBA0A-31F2-44CE-B2B6-0DC95A5924E4}">
      <dgm:prSet/>
      <dgm:spPr/>
      <dgm:t>
        <a:bodyPr/>
        <a:lstStyle/>
        <a:p>
          <a:r>
            <a:rPr lang="en-US"/>
            <a:t>Modelo elegido: Qwen</a:t>
          </a:r>
        </a:p>
      </dgm:t>
    </dgm:pt>
    <dgm:pt modelId="{23F13FB4-38C0-42C2-B35D-E7C25CD43A18}" type="parTrans" cxnId="{C5CADA26-1DC8-4FE6-956F-92D99674FC29}">
      <dgm:prSet/>
      <dgm:spPr/>
      <dgm:t>
        <a:bodyPr/>
        <a:lstStyle/>
        <a:p>
          <a:endParaRPr lang="en-US"/>
        </a:p>
      </dgm:t>
    </dgm:pt>
    <dgm:pt modelId="{C3107B72-100B-4CEB-B4A1-E89EA5947956}" type="sibTrans" cxnId="{C5CADA26-1DC8-4FE6-956F-92D99674FC29}">
      <dgm:prSet/>
      <dgm:spPr/>
      <dgm:t>
        <a:bodyPr/>
        <a:lstStyle/>
        <a:p>
          <a:endParaRPr lang="en-US"/>
        </a:p>
      </dgm:t>
    </dgm:pt>
    <dgm:pt modelId="{6A730AB1-7CFB-4BBB-93ED-3D661C1F1BED}">
      <dgm:prSet/>
      <dgm:spPr/>
      <dgm:t>
        <a:bodyPr/>
        <a:lstStyle/>
        <a:p>
          <a:r>
            <a:rPr lang="en-US"/>
            <a:t>Curso: IA Generativa</a:t>
          </a:r>
        </a:p>
      </dgm:t>
    </dgm:pt>
    <dgm:pt modelId="{E2490B58-23E1-4130-8094-DFE8932F4847}" type="parTrans" cxnId="{454E223B-93F5-47D2-958D-1381D210012A}">
      <dgm:prSet/>
      <dgm:spPr/>
      <dgm:t>
        <a:bodyPr/>
        <a:lstStyle/>
        <a:p>
          <a:endParaRPr lang="en-US"/>
        </a:p>
      </dgm:t>
    </dgm:pt>
    <dgm:pt modelId="{35D1BE5B-21F2-4BF8-9090-ED940955239B}" type="sibTrans" cxnId="{454E223B-93F5-47D2-958D-1381D210012A}">
      <dgm:prSet/>
      <dgm:spPr/>
      <dgm:t>
        <a:bodyPr/>
        <a:lstStyle/>
        <a:p>
          <a:endParaRPr lang="en-US"/>
        </a:p>
      </dgm:t>
    </dgm:pt>
    <dgm:pt modelId="{62F9DE35-E752-4D09-8A79-4EDBAB83A3E1}" type="pres">
      <dgm:prSet presAssocID="{81E1E9A6-82B2-4C0C-AD6D-0622A4AA3790}" presName="root" presStyleCnt="0">
        <dgm:presLayoutVars>
          <dgm:dir/>
          <dgm:resizeHandles val="exact"/>
        </dgm:presLayoutVars>
      </dgm:prSet>
      <dgm:spPr/>
    </dgm:pt>
    <dgm:pt modelId="{ACB70913-2629-439A-A08B-692D7CAE9D2A}" type="pres">
      <dgm:prSet presAssocID="{A282A4A4-1C58-4A4B-BA0D-BDF7BF09A5B7}" presName="compNode" presStyleCnt="0"/>
      <dgm:spPr/>
    </dgm:pt>
    <dgm:pt modelId="{2642331B-22A9-40BC-BE53-8A621C811994}" type="pres">
      <dgm:prSet presAssocID="{A282A4A4-1C58-4A4B-BA0D-BDF7BF09A5B7}" presName="bgRect" presStyleLbl="bgShp" presStyleIdx="0" presStyleCnt="3"/>
      <dgm:spPr/>
    </dgm:pt>
    <dgm:pt modelId="{4D4AB1E7-8B79-43A5-9C45-383B766B34CC}" type="pres">
      <dgm:prSet presAssocID="{A282A4A4-1C58-4A4B-BA0D-BDF7BF09A5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2C169427-F316-4A50-B01F-51657F073CF6}" type="pres">
      <dgm:prSet presAssocID="{A282A4A4-1C58-4A4B-BA0D-BDF7BF09A5B7}" presName="spaceRect" presStyleCnt="0"/>
      <dgm:spPr/>
    </dgm:pt>
    <dgm:pt modelId="{4BDFB517-0C03-4F83-9CC6-0188659744D4}" type="pres">
      <dgm:prSet presAssocID="{A282A4A4-1C58-4A4B-BA0D-BDF7BF09A5B7}" presName="parTx" presStyleLbl="revTx" presStyleIdx="0" presStyleCnt="3">
        <dgm:presLayoutVars>
          <dgm:chMax val="0"/>
          <dgm:chPref val="0"/>
        </dgm:presLayoutVars>
      </dgm:prSet>
      <dgm:spPr/>
    </dgm:pt>
    <dgm:pt modelId="{A3CD6CF8-951F-4C96-A0BF-3A5F8C01ACC1}" type="pres">
      <dgm:prSet presAssocID="{D4035D6A-4C99-4354-BD55-4E4DE2A7733B}" presName="sibTrans" presStyleCnt="0"/>
      <dgm:spPr/>
    </dgm:pt>
    <dgm:pt modelId="{8884DE20-6721-4633-B7EC-3279A0348CC0}" type="pres">
      <dgm:prSet presAssocID="{75CFBA0A-31F2-44CE-B2B6-0DC95A5924E4}" presName="compNode" presStyleCnt="0"/>
      <dgm:spPr/>
    </dgm:pt>
    <dgm:pt modelId="{70B741BC-4123-4075-8697-5211B8C03C3C}" type="pres">
      <dgm:prSet presAssocID="{75CFBA0A-31F2-44CE-B2B6-0DC95A5924E4}" presName="bgRect" presStyleLbl="bgShp" presStyleIdx="1" presStyleCnt="3"/>
      <dgm:spPr/>
    </dgm:pt>
    <dgm:pt modelId="{F8169426-ABFC-4067-8DE1-524BB8C5100F}" type="pres">
      <dgm:prSet presAssocID="{75CFBA0A-31F2-44CE-B2B6-0DC95A5924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or"/>
        </a:ext>
      </dgm:extLst>
    </dgm:pt>
    <dgm:pt modelId="{0A73450B-58C2-4481-AA92-22C690D5884D}" type="pres">
      <dgm:prSet presAssocID="{75CFBA0A-31F2-44CE-B2B6-0DC95A5924E4}" presName="spaceRect" presStyleCnt="0"/>
      <dgm:spPr/>
    </dgm:pt>
    <dgm:pt modelId="{982BEE09-97FE-4572-9E30-1E21B35BA9E2}" type="pres">
      <dgm:prSet presAssocID="{75CFBA0A-31F2-44CE-B2B6-0DC95A5924E4}" presName="parTx" presStyleLbl="revTx" presStyleIdx="1" presStyleCnt="3">
        <dgm:presLayoutVars>
          <dgm:chMax val="0"/>
          <dgm:chPref val="0"/>
        </dgm:presLayoutVars>
      </dgm:prSet>
      <dgm:spPr/>
    </dgm:pt>
    <dgm:pt modelId="{2FD33370-C718-4F68-8165-BF7E9DBC8299}" type="pres">
      <dgm:prSet presAssocID="{C3107B72-100B-4CEB-B4A1-E89EA5947956}" presName="sibTrans" presStyleCnt="0"/>
      <dgm:spPr/>
    </dgm:pt>
    <dgm:pt modelId="{5E468A10-6344-40EF-AE1A-A881787DE027}" type="pres">
      <dgm:prSet presAssocID="{6A730AB1-7CFB-4BBB-93ED-3D661C1F1BED}" presName="compNode" presStyleCnt="0"/>
      <dgm:spPr/>
    </dgm:pt>
    <dgm:pt modelId="{878E4158-B984-41E0-92E5-8B5B4FB4D40C}" type="pres">
      <dgm:prSet presAssocID="{6A730AB1-7CFB-4BBB-93ED-3D661C1F1BED}" presName="bgRect" presStyleLbl="bgShp" presStyleIdx="2" presStyleCnt="3"/>
      <dgm:spPr/>
    </dgm:pt>
    <dgm:pt modelId="{65D71185-3820-46FC-A273-71C618B20035}" type="pres">
      <dgm:prSet presAssocID="{6A730AB1-7CFB-4BBB-93ED-3D661C1F1BE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zarra"/>
        </a:ext>
      </dgm:extLst>
    </dgm:pt>
    <dgm:pt modelId="{D7940925-9D46-4A4D-93C4-883048B5ADCD}" type="pres">
      <dgm:prSet presAssocID="{6A730AB1-7CFB-4BBB-93ED-3D661C1F1BED}" presName="spaceRect" presStyleCnt="0"/>
      <dgm:spPr/>
    </dgm:pt>
    <dgm:pt modelId="{755D94DE-DA0F-4628-BF36-27673E54EE0D}" type="pres">
      <dgm:prSet presAssocID="{6A730AB1-7CFB-4BBB-93ED-3D661C1F1BE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7AFB70D-4D82-4096-BBBA-BB568C9CED71}" type="presOf" srcId="{A282A4A4-1C58-4A4B-BA0D-BDF7BF09A5B7}" destId="{4BDFB517-0C03-4F83-9CC6-0188659744D4}" srcOrd="0" destOrd="0" presId="urn:microsoft.com/office/officeart/2018/2/layout/IconVerticalSolidList"/>
    <dgm:cxn modelId="{C5CADA26-1DC8-4FE6-956F-92D99674FC29}" srcId="{81E1E9A6-82B2-4C0C-AD6D-0622A4AA3790}" destId="{75CFBA0A-31F2-44CE-B2B6-0DC95A5924E4}" srcOrd="1" destOrd="0" parTransId="{23F13FB4-38C0-42C2-B35D-E7C25CD43A18}" sibTransId="{C3107B72-100B-4CEB-B4A1-E89EA5947956}"/>
    <dgm:cxn modelId="{454E223B-93F5-47D2-958D-1381D210012A}" srcId="{81E1E9A6-82B2-4C0C-AD6D-0622A4AA3790}" destId="{6A730AB1-7CFB-4BBB-93ED-3D661C1F1BED}" srcOrd="2" destOrd="0" parTransId="{E2490B58-23E1-4130-8094-DFE8932F4847}" sibTransId="{35D1BE5B-21F2-4BF8-9090-ED940955239B}"/>
    <dgm:cxn modelId="{C0767065-021B-44C7-87DE-76D432176B54}" type="presOf" srcId="{6A730AB1-7CFB-4BBB-93ED-3D661C1F1BED}" destId="{755D94DE-DA0F-4628-BF36-27673E54EE0D}" srcOrd="0" destOrd="0" presId="urn:microsoft.com/office/officeart/2018/2/layout/IconVerticalSolidList"/>
    <dgm:cxn modelId="{8E3F9190-E83A-42D0-A700-1470D76BE377}" srcId="{81E1E9A6-82B2-4C0C-AD6D-0622A4AA3790}" destId="{A282A4A4-1C58-4A4B-BA0D-BDF7BF09A5B7}" srcOrd="0" destOrd="0" parTransId="{241AC9B4-2D14-40AC-BE3A-3E28CD5BFD38}" sibTransId="{D4035D6A-4C99-4354-BD55-4E4DE2A7733B}"/>
    <dgm:cxn modelId="{EDE45194-5C24-46C7-B7CF-35F4C251AFEC}" type="presOf" srcId="{75CFBA0A-31F2-44CE-B2B6-0DC95A5924E4}" destId="{982BEE09-97FE-4572-9E30-1E21B35BA9E2}" srcOrd="0" destOrd="0" presId="urn:microsoft.com/office/officeart/2018/2/layout/IconVerticalSolidList"/>
    <dgm:cxn modelId="{FEE409A1-1672-4423-BB2B-EA7E6DDF62FC}" type="presOf" srcId="{81E1E9A6-82B2-4C0C-AD6D-0622A4AA3790}" destId="{62F9DE35-E752-4D09-8A79-4EDBAB83A3E1}" srcOrd="0" destOrd="0" presId="urn:microsoft.com/office/officeart/2018/2/layout/IconVerticalSolidList"/>
    <dgm:cxn modelId="{D5A67E30-16AD-47E9-8C2D-72ADA75E7CFC}" type="presParOf" srcId="{62F9DE35-E752-4D09-8A79-4EDBAB83A3E1}" destId="{ACB70913-2629-439A-A08B-692D7CAE9D2A}" srcOrd="0" destOrd="0" presId="urn:microsoft.com/office/officeart/2018/2/layout/IconVerticalSolidList"/>
    <dgm:cxn modelId="{C9E759B5-E35B-4AE1-B139-BA018D0B7521}" type="presParOf" srcId="{ACB70913-2629-439A-A08B-692D7CAE9D2A}" destId="{2642331B-22A9-40BC-BE53-8A621C811994}" srcOrd="0" destOrd="0" presId="urn:microsoft.com/office/officeart/2018/2/layout/IconVerticalSolidList"/>
    <dgm:cxn modelId="{97285D95-6ADC-47A7-AEE3-EBFBF96F2AF6}" type="presParOf" srcId="{ACB70913-2629-439A-A08B-692D7CAE9D2A}" destId="{4D4AB1E7-8B79-43A5-9C45-383B766B34CC}" srcOrd="1" destOrd="0" presId="urn:microsoft.com/office/officeart/2018/2/layout/IconVerticalSolidList"/>
    <dgm:cxn modelId="{AB02599A-E98E-4EE8-AF71-9B90C33CE6DA}" type="presParOf" srcId="{ACB70913-2629-439A-A08B-692D7CAE9D2A}" destId="{2C169427-F316-4A50-B01F-51657F073CF6}" srcOrd="2" destOrd="0" presId="urn:microsoft.com/office/officeart/2018/2/layout/IconVerticalSolidList"/>
    <dgm:cxn modelId="{A2A7BA4A-C4F3-42BF-AD37-29BD68E02EF4}" type="presParOf" srcId="{ACB70913-2629-439A-A08B-692D7CAE9D2A}" destId="{4BDFB517-0C03-4F83-9CC6-0188659744D4}" srcOrd="3" destOrd="0" presId="urn:microsoft.com/office/officeart/2018/2/layout/IconVerticalSolidList"/>
    <dgm:cxn modelId="{1E871047-9DD1-4509-903A-85342A4FD885}" type="presParOf" srcId="{62F9DE35-E752-4D09-8A79-4EDBAB83A3E1}" destId="{A3CD6CF8-951F-4C96-A0BF-3A5F8C01ACC1}" srcOrd="1" destOrd="0" presId="urn:microsoft.com/office/officeart/2018/2/layout/IconVerticalSolidList"/>
    <dgm:cxn modelId="{D2A0D3F8-78FC-4055-97D1-99B20F92BDFF}" type="presParOf" srcId="{62F9DE35-E752-4D09-8A79-4EDBAB83A3E1}" destId="{8884DE20-6721-4633-B7EC-3279A0348CC0}" srcOrd="2" destOrd="0" presId="urn:microsoft.com/office/officeart/2018/2/layout/IconVerticalSolidList"/>
    <dgm:cxn modelId="{E1E9C829-B66A-4507-B7AE-18AE36B3965C}" type="presParOf" srcId="{8884DE20-6721-4633-B7EC-3279A0348CC0}" destId="{70B741BC-4123-4075-8697-5211B8C03C3C}" srcOrd="0" destOrd="0" presId="urn:microsoft.com/office/officeart/2018/2/layout/IconVerticalSolidList"/>
    <dgm:cxn modelId="{E2B46976-3E3B-4CC3-A51D-72FC75DFDF96}" type="presParOf" srcId="{8884DE20-6721-4633-B7EC-3279A0348CC0}" destId="{F8169426-ABFC-4067-8DE1-524BB8C5100F}" srcOrd="1" destOrd="0" presId="urn:microsoft.com/office/officeart/2018/2/layout/IconVerticalSolidList"/>
    <dgm:cxn modelId="{25D5FD91-8324-4859-97D0-1D168FEE438F}" type="presParOf" srcId="{8884DE20-6721-4633-B7EC-3279A0348CC0}" destId="{0A73450B-58C2-4481-AA92-22C690D5884D}" srcOrd="2" destOrd="0" presId="urn:microsoft.com/office/officeart/2018/2/layout/IconVerticalSolidList"/>
    <dgm:cxn modelId="{A3C8A738-E16D-4CCF-B050-46C354E0AB0F}" type="presParOf" srcId="{8884DE20-6721-4633-B7EC-3279A0348CC0}" destId="{982BEE09-97FE-4572-9E30-1E21B35BA9E2}" srcOrd="3" destOrd="0" presId="urn:microsoft.com/office/officeart/2018/2/layout/IconVerticalSolidList"/>
    <dgm:cxn modelId="{888FE3BF-EC72-46C9-A273-5CF4B2C3ABD7}" type="presParOf" srcId="{62F9DE35-E752-4D09-8A79-4EDBAB83A3E1}" destId="{2FD33370-C718-4F68-8165-BF7E9DBC8299}" srcOrd="3" destOrd="0" presId="urn:microsoft.com/office/officeart/2018/2/layout/IconVerticalSolidList"/>
    <dgm:cxn modelId="{46EC5DA8-A996-4526-A9F4-6207845FF303}" type="presParOf" srcId="{62F9DE35-E752-4D09-8A79-4EDBAB83A3E1}" destId="{5E468A10-6344-40EF-AE1A-A881787DE027}" srcOrd="4" destOrd="0" presId="urn:microsoft.com/office/officeart/2018/2/layout/IconVerticalSolidList"/>
    <dgm:cxn modelId="{AE0570BF-4F20-4160-B565-2164C0F0EB17}" type="presParOf" srcId="{5E468A10-6344-40EF-AE1A-A881787DE027}" destId="{878E4158-B984-41E0-92E5-8B5B4FB4D40C}" srcOrd="0" destOrd="0" presId="urn:microsoft.com/office/officeart/2018/2/layout/IconVerticalSolidList"/>
    <dgm:cxn modelId="{C2819651-3C7D-4206-B1C1-CC47AB50035E}" type="presParOf" srcId="{5E468A10-6344-40EF-AE1A-A881787DE027}" destId="{65D71185-3820-46FC-A273-71C618B20035}" srcOrd="1" destOrd="0" presId="urn:microsoft.com/office/officeart/2018/2/layout/IconVerticalSolidList"/>
    <dgm:cxn modelId="{1D5E6242-0E65-46DE-8D99-A60A329F93AC}" type="presParOf" srcId="{5E468A10-6344-40EF-AE1A-A881787DE027}" destId="{D7940925-9D46-4A4D-93C4-883048B5ADCD}" srcOrd="2" destOrd="0" presId="urn:microsoft.com/office/officeart/2018/2/layout/IconVerticalSolidList"/>
    <dgm:cxn modelId="{E7254205-186B-45C2-9636-52F3E25BCD7B}" type="presParOf" srcId="{5E468A10-6344-40EF-AE1A-A881787DE027}" destId="{755D94DE-DA0F-4628-BF36-27673E54EE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EAB776-0644-4E4F-9FBA-D4614B0EEA6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1EDD24-E131-413D-A4AD-9868C873C2C7}">
      <dgm:prSet/>
      <dgm:spPr/>
      <dgm:t>
        <a:bodyPr/>
        <a:lstStyle/>
        <a:p>
          <a:r>
            <a:rPr lang="en-US"/>
            <a:t>Modelo de gran escala entrenado con grandes volúmenes de datos.</a:t>
          </a:r>
        </a:p>
      </dgm:t>
    </dgm:pt>
    <dgm:pt modelId="{E5723296-7662-4DAA-9C6A-7E4F77DEC241}" type="parTrans" cxnId="{A76927E4-06D3-4BFA-A022-5CD6ABF7A4E0}">
      <dgm:prSet/>
      <dgm:spPr/>
      <dgm:t>
        <a:bodyPr/>
        <a:lstStyle/>
        <a:p>
          <a:endParaRPr lang="en-US"/>
        </a:p>
      </dgm:t>
    </dgm:pt>
    <dgm:pt modelId="{5732A91B-81AD-4277-B966-F5589EBDC914}" type="sibTrans" cxnId="{A76927E4-06D3-4BFA-A022-5CD6ABF7A4E0}">
      <dgm:prSet/>
      <dgm:spPr/>
      <dgm:t>
        <a:bodyPr/>
        <a:lstStyle/>
        <a:p>
          <a:endParaRPr lang="en-US"/>
        </a:p>
      </dgm:t>
    </dgm:pt>
    <dgm:pt modelId="{12A0D7FC-454B-47FE-8DCF-8EE17641D358}">
      <dgm:prSet/>
      <dgm:spPr/>
      <dgm:t>
        <a:bodyPr/>
        <a:lstStyle/>
        <a:p>
          <a:r>
            <a:rPr lang="en-US"/>
            <a:t>Características:</a:t>
          </a:r>
        </a:p>
      </dgm:t>
    </dgm:pt>
    <dgm:pt modelId="{8B9008BE-B48F-4BF6-92F8-62A1D6AB3B38}" type="parTrans" cxnId="{95F007AB-4088-446D-A0D6-38F6B5D109F1}">
      <dgm:prSet/>
      <dgm:spPr/>
      <dgm:t>
        <a:bodyPr/>
        <a:lstStyle/>
        <a:p>
          <a:endParaRPr lang="en-US"/>
        </a:p>
      </dgm:t>
    </dgm:pt>
    <dgm:pt modelId="{170CBF40-AF2C-468B-AF45-E12C4D07170D}" type="sibTrans" cxnId="{95F007AB-4088-446D-A0D6-38F6B5D109F1}">
      <dgm:prSet/>
      <dgm:spPr/>
      <dgm:t>
        <a:bodyPr/>
        <a:lstStyle/>
        <a:p>
          <a:endParaRPr lang="en-US"/>
        </a:p>
      </dgm:t>
    </dgm:pt>
    <dgm:pt modelId="{CF012CA9-783C-4A95-9B31-2ECC6FDD9E49}">
      <dgm:prSet/>
      <dgm:spPr/>
      <dgm:t>
        <a:bodyPr/>
        <a:lstStyle/>
        <a:p>
          <a:r>
            <a:rPr lang="en-US"/>
            <a:t>- Arquitectura Transformer</a:t>
          </a:r>
        </a:p>
      </dgm:t>
    </dgm:pt>
    <dgm:pt modelId="{FEA89A55-A15D-4375-A359-8B53CEC55682}" type="parTrans" cxnId="{F9B070FE-72E9-4343-9BA8-3D641469F1AF}">
      <dgm:prSet/>
      <dgm:spPr/>
      <dgm:t>
        <a:bodyPr/>
        <a:lstStyle/>
        <a:p>
          <a:endParaRPr lang="en-US"/>
        </a:p>
      </dgm:t>
    </dgm:pt>
    <dgm:pt modelId="{71E9ABA2-5F8A-4BBF-8508-BE3C68D8CA7C}" type="sibTrans" cxnId="{F9B070FE-72E9-4343-9BA8-3D641469F1AF}">
      <dgm:prSet/>
      <dgm:spPr/>
      <dgm:t>
        <a:bodyPr/>
        <a:lstStyle/>
        <a:p>
          <a:endParaRPr lang="en-US"/>
        </a:p>
      </dgm:t>
    </dgm:pt>
    <dgm:pt modelId="{DE9CE205-42EE-4301-B084-A3BD85F5046A}">
      <dgm:prSet/>
      <dgm:spPr/>
      <dgm:t>
        <a:bodyPr/>
        <a:lstStyle/>
        <a:p>
          <a:r>
            <a:rPr lang="en-US"/>
            <a:t>- Entrenamiento con grandes datasets</a:t>
          </a:r>
        </a:p>
      </dgm:t>
    </dgm:pt>
    <dgm:pt modelId="{4595DD8E-49FB-4280-8606-A201D5BC526A}" type="parTrans" cxnId="{59EF9C27-0390-4E3B-B2EA-B6BD2C409347}">
      <dgm:prSet/>
      <dgm:spPr/>
      <dgm:t>
        <a:bodyPr/>
        <a:lstStyle/>
        <a:p>
          <a:endParaRPr lang="en-US"/>
        </a:p>
      </dgm:t>
    </dgm:pt>
    <dgm:pt modelId="{3C18A402-A20E-4DE7-957A-F153C3727C43}" type="sibTrans" cxnId="{59EF9C27-0390-4E3B-B2EA-B6BD2C409347}">
      <dgm:prSet/>
      <dgm:spPr/>
      <dgm:t>
        <a:bodyPr/>
        <a:lstStyle/>
        <a:p>
          <a:endParaRPr lang="en-US"/>
        </a:p>
      </dgm:t>
    </dgm:pt>
    <dgm:pt modelId="{5B10C1E0-B937-4359-83F1-FF5B9AA09231}">
      <dgm:prSet/>
      <dgm:spPr/>
      <dgm:t>
        <a:bodyPr/>
        <a:lstStyle/>
        <a:p>
          <a:r>
            <a:rPr lang="en-US"/>
            <a:t>- Generalización a múltiples tareas</a:t>
          </a:r>
        </a:p>
      </dgm:t>
    </dgm:pt>
    <dgm:pt modelId="{7AEE7445-C5C1-4267-A166-AEEC8DEF3B0A}" type="parTrans" cxnId="{5558B61B-EB8B-4872-94F1-44FBF8EF74A3}">
      <dgm:prSet/>
      <dgm:spPr/>
      <dgm:t>
        <a:bodyPr/>
        <a:lstStyle/>
        <a:p>
          <a:endParaRPr lang="en-US"/>
        </a:p>
      </dgm:t>
    </dgm:pt>
    <dgm:pt modelId="{7917FFAC-EBDB-4335-A592-56010873D33A}" type="sibTrans" cxnId="{5558B61B-EB8B-4872-94F1-44FBF8EF74A3}">
      <dgm:prSet/>
      <dgm:spPr/>
      <dgm:t>
        <a:bodyPr/>
        <a:lstStyle/>
        <a:p>
          <a:endParaRPr lang="en-US"/>
        </a:p>
      </dgm:t>
    </dgm:pt>
    <dgm:pt modelId="{2BA19F17-E3D7-41D4-B84D-838656DC7459}">
      <dgm:prSet/>
      <dgm:spPr/>
      <dgm:t>
        <a:bodyPr/>
        <a:lstStyle/>
        <a:p>
          <a:r>
            <a:rPr lang="en-US"/>
            <a:t>- Adaptación mediante prompting o fine‑tuning</a:t>
          </a:r>
        </a:p>
      </dgm:t>
    </dgm:pt>
    <dgm:pt modelId="{B5B7DAB3-6690-4EA8-A322-0297A90CAFF7}" type="parTrans" cxnId="{F5631B33-2C3E-4E5A-B95B-DC602344A11B}">
      <dgm:prSet/>
      <dgm:spPr/>
      <dgm:t>
        <a:bodyPr/>
        <a:lstStyle/>
        <a:p>
          <a:endParaRPr lang="en-US"/>
        </a:p>
      </dgm:t>
    </dgm:pt>
    <dgm:pt modelId="{FFEF7C49-ADA3-43A6-8CE6-5009A23C2F22}" type="sibTrans" cxnId="{F5631B33-2C3E-4E5A-B95B-DC602344A11B}">
      <dgm:prSet/>
      <dgm:spPr/>
      <dgm:t>
        <a:bodyPr/>
        <a:lstStyle/>
        <a:p>
          <a:endParaRPr lang="en-US"/>
        </a:p>
      </dgm:t>
    </dgm:pt>
    <dgm:pt modelId="{17AB13C2-D96C-4B19-8EF8-CE7EC067DBA3}" type="pres">
      <dgm:prSet presAssocID="{88EAB776-0644-4E4F-9FBA-D4614B0EEA61}" presName="vert0" presStyleCnt="0">
        <dgm:presLayoutVars>
          <dgm:dir/>
          <dgm:animOne val="branch"/>
          <dgm:animLvl val="lvl"/>
        </dgm:presLayoutVars>
      </dgm:prSet>
      <dgm:spPr/>
    </dgm:pt>
    <dgm:pt modelId="{A5A326E3-DEB4-4482-85D2-AE6FD50E36AE}" type="pres">
      <dgm:prSet presAssocID="{231EDD24-E131-413D-A4AD-9868C873C2C7}" presName="thickLine" presStyleLbl="alignNode1" presStyleIdx="0" presStyleCnt="6"/>
      <dgm:spPr/>
    </dgm:pt>
    <dgm:pt modelId="{3A940B2B-F248-4D2F-A26E-14440F37169C}" type="pres">
      <dgm:prSet presAssocID="{231EDD24-E131-413D-A4AD-9868C873C2C7}" presName="horz1" presStyleCnt="0"/>
      <dgm:spPr/>
    </dgm:pt>
    <dgm:pt modelId="{01B8B893-0DFB-40E7-A73D-5EF8483837B1}" type="pres">
      <dgm:prSet presAssocID="{231EDD24-E131-413D-A4AD-9868C873C2C7}" presName="tx1" presStyleLbl="revTx" presStyleIdx="0" presStyleCnt="6"/>
      <dgm:spPr/>
    </dgm:pt>
    <dgm:pt modelId="{FF6C4BCD-2A8D-4F8C-9B20-E9B992A7F5B3}" type="pres">
      <dgm:prSet presAssocID="{231EDD24-E131-413D-A4AD-9868C873C2C7}" presName="vert1" presStyleCnt="0"/>
      <dgm:spPr/>
    </dgm:pt>
    <dgm:pt modelId="{FF8283FD-1692-4FA6-98D9-F383B1B228E1}" type="pres">
      <dgm:prSet presAssocID="{12A0D7FC-454B-47FE-8DCF-8EE17641D358}" presName="thickLine" presStyleLbl="alignNode1" presStyleIdx="1" presStyleCnt="6"/>
      <dgm:spPr/>
    </dgm:pt>
    <dgm:pt modelId="{74D9F7B0-E1C3-45EA-8BB4-D9C94B4408A1}" type="pres">
      <dgm:prSet presAssocID="{12A0D7FC-454B-47FE-8DCF-8EE17641D358}" presName="horz1" presStyleCnt="0"/>
      <dgm:spPr/>
    </dgm:pt>
    <dgm:pt modelId="{D63BEA4C-77F3-4D95-9592-45B73051890D}" type="pres">
      <dgm:prSet presAssocID="{12A0D7FC-454B-47FE-8DCF-8EE17641D358}" presName="tx1" presStyleLbl="revTx" presStyleIdx="1" presStyleCnt="6"/>
      <dgm:spPr/>
    </dgm:pt>
    <dgm:pt modelId="{40057396-F38A-4D0F-AEB9-94C98114DD64}" type="pres">
      <dgm:prSet presAssocID="{12A0D7FC-454B-47FE-8DCF-8EE17641D358}" presName="vert1" presStyleCnt="0"/>
      <dgm:spPr/>
    </dgm:pt>
    <dgm:pt modelId="{D548D65F-5686-4345-9A43-B2AB57E77B83}" type="pres">
      <dgm:prSet presAssocID="{CF012CA9-783C-4A95-9B31-2ECC6FDD9E49}" presName="thickLine" presStyleLbl="alignNode1" presStyleIdx="2" presStyleCnt="6"/>
      <dgm:spPr/>
    </dgm:pt>
    <dgm:pt modelId="{CA398D0D-C329-4D15-9527-3BF917197E9F}" type="pres">
      <dgm:prSet presAssocID="{CF012CA9-783C-4A95-9B31-2ECC6FDD9E49}" presName="horz1" presStyleCnt="0"/>
      <dgm:spPr/>
    </dgm:pt>
    <dgm:pt modelId="{282B0CCA-551D-4C34-935E-D59D4E21DB43}" type="pres">
      <dgm:prSet presAssocID="{CF012CA9-783C-4A95-9B31-2ECC6FDD9E49}" presName="tx1" presStyleLbl="revTx" presStyleIdx="2" presStyleCnt="6"/>
      <dgm:spPr/>
    </dgm:pt>
    <dgm:pt modelId="{C3CBBBB5-E504-469D-8BF6-E39542E5B0D0}" type="pres">
      <dgm:prSet presAssocID="{CF012CA9-783C-4A95-9B31-2ECC6FDD9E49}" presName="vert1" presStyleCnt="0"/>
      <dgm:spPr/>
    </dgm:pt>
    <dgm:pt modelId="{942D4C43-A245-4C0D-AE1E-43AF4C37B16A}" type="pres">
      <dgm:prSet presAssocID="{DE9CE205-42EE-4301-B084-A3BD85F5046A}" presName="thickLine" presStyleLbl="alignNode1" presStyleIdx="3" presStyleCnt="6"/>
      <dgm:spPr/>
    </dgm:pt>
    <dgm:pt modelId="{9DF30D12-5D35-429C-920F-21C124883913}" type="pres">
      <dgm:prSet presAssocID="{DE9CE205-42EE-4301-B084-A3BD85F5046A}" presName="horz1" presStyleCnt="0"/>
      <dgm:spPr/>
    </dgm:pt>
    <dgm:pt modelId="{5023D3CC-0DC4-4A84-9D3A-ED939D7DF101}" type="pres">
      <dgm:prSet presAssocID="{DE9CE205-42EE-4301-B084-A3BD85F5046A}" presName="tx1" presStyleLbl="revTx" presStyleIdx="3" presStyleCnt="6"/>
      <dgm:spPr/>
    </dgm:pt>
    <dgm:pt modelId="{F76EB36E-489C-4AD8-8BE9-ED6093EC0615}" type="pres">
      <dgm:prSet presAssocID="{DE9CE205-42EE-4301-B084-A3BD85F5046A}" presName="vert1" presStyleCnt="0"/>
      <dgm:spPr/>
    </dgm:pt>
    <dgm:pt modelId="{EA35B4E5-918F-4895-AEF4-FE15C9CDF171}" type="pres">
      <dgm:prSet presAssocID="{5B10C1E0-B937-4359-83F1-FF5B9AA09231}" presName="thickLine" presStyleLbl="alignNode1" presStyleIdx="4" presStyleCnt="6"/>
      <dgm:spPr/>
    </dgm:pt>
    <dgm:pt modelId="{77A849A7-71EC-4E3C-8DEE-11617A40F738}" type="pres">
      <dgm:prSet presAssocID="{5B10C1E0-B937-4359-83F1-FF5B9AA09231}" presName="horz1" presStyleCnt="0"/>
      <dgm:spPr/>
    </dgm:pt>
    <dgm:pt modelId="{77D85B6B-98FF-4009-9AD1-7B2473CF1FDD}" type="pres">
      <dgm:prSet presAssocID="{5B10C1E0-B937-4359-83F1-FF5B9AA09231}" presName="tx1" presStyleLbl="revTx" presStyleIdx="4" presStyleCnt="6"/>
      <dgm:spPr/>
    </dgm:pt>
    <dgm:pt modelId="{71977681-3B18-4A21-900F-95B27F1C0F1E}" type="pres">
      <dgm:prSet presAssocID="{5B10C1E0-B937-4359-83F1-FF5B9AA09231}" presName="vert1" presStyleCnt="0"/>
      <dgm:spPr/>
    </dgm:pt>
    <dgm:pt modelId="{5AC3222F-2A3E-4B53-A2C3-20EF8925B3CB}" type="pres">
      <dgm:prSet presAssocID="{2BA19F17-E3D7-41D4-B84D-838656DC7459}" presName="thickLine" presStyleLbl="alignNode1" presStyleIdx="5" presStyleCnt="6"/>
      <dgm:spPr/>
    </dgm:pt>
    <dgm:pt modelId="{367BB9F8-8FE3-40B8-BF00-A6C22A5BA5DA}" type="pres">
      <dgm:prSet presAssocID="{2BA19F17-E3D7-41D4-B84D-838656DC7459}" presName="horz1" presStyleCnt="0"/>
      <dgm:spPr/>
    </dgm:pt>
    <dgm:pt modelId="{3B067592-5211-4FDE-9CD1-575E8DB0D335}" type="pres">
      <dgm:prSet presAssocID="{2BA19F17-E3D7-41D4-B84D-838656DC7459}" presName="tx1" presStyleLbl="revTx" presStyleIdx="5" presStyleCnt="6"/>
      <dgm:spPr/>
    </dgm:pt>
    <dgm:pt modelId="{DFF98089-B094-49CD-9FBD-34994A91B9DA}" type="pres">
      <dgm:prSet presAssocID="{2BA19F17-E3D7-41D4-B84D-838656DC7459}" presName="vert1" presStyleCnt="0"/>
      <dgm:spPr/>
    </dgm:pt>
  </dgm:ptLst>
  <dgm:cxnLst>
    <dgm:cxn modelId="{5558B61B-EB8B-4872-94F1-44FBF8EF74A3}" srcId="{88EAB776-0644-4E4F-9FBA-D4614B0EEA61}" destId="{5B10C1E0-B937-4359-83F1-FF5B9AA09231}" srcOrd="4" destOrd="0" parTransId="{7AEE7445-C5C1-4267-A166-AEEC8DEF3B0A}" sibTransId="{7917FFAC-EBDB-4335-A592-56010873D33A}"/>
    <dgm:cxn modelId="{59EF9C27-0390-4E3B-B2EA-B6BD2C409347}" srcId="{88EAB776-0644-4E4F-9FBA-D4614B0EEA61}" destId="{DE9CE205-42EE-4301-B084-A3BD85F5046A}" srcOrd="3" destOrd="0" parTransId="{4595DD8E-49FB-4280-8606-A201D5BC526A}" sibTransId="{3C18A402-A20E-4DE7-957A-F153C3727C43}"/>
    <dgm:cxn modelId="{F5631B33-2C3E-4E5A-B95B-DC602344A11B}" srcId="{88EAB776-0644-4E4F-9FBA-D4614B0EEA61}" destId="{2BA19F17-E3D7-41D4-B84D-838656DC7459}" srcOrd="5" destOrd="0" parTransId="{B5B7DAB3-6690-4EA8-A322-0297A90CAFF7}" sibTransId="{FFEF7C49-ADA3-43A6-8CE6-5009A23C2F22}"/>
    <dgm:cxn modelId="{4B9C0E3D-5FBF-459B-A0BC-A11DFD7BCFFB}" type="presOf" srcId="{88EAB776-0644-4E4F-9FBA-D4614B0EEA61}" destId="{17AB13C2-D96C-4B19-8EF8-CE7EC067DBA3}" srcOrd="0" destOrd="0" presId="urn:microsoft.com/office/officeart/2008/layout/LinedList"/>
    <dgm:cxn modelId="{13F7D563-9B78-42EE-B40E-D132AE7F4C28}" type="presOf" srcId="{5B10C1E0-B937-4359-83F1-FF5B9AA09231}" destId="{77D85B6B-98FF-4009-9AD1-7B2473CF1FDD}" srcOrd="0" destOrd="0" presId="urn:microsoft.com/office/officeart/2008/layout/LinedList"/>
    <dgm:cxn modelId="{1989204A-8707-4C2B-B6C6-266F52E0193D}" type="presOf" srcId="{231EDD24-E131-413D-A4AD-9868C873C2C7}" destId="{01B8B893-0DFB-40E7-A73D-5EF8483837B1}" srcOrd="0" destOrd="0" presId="urn:microsoft.com/office/officeart/2008/layout/LinedList"/>
    <dgm:cxn modelId="{82B7ED72-E7DB-4A17-B06E-ACFBD3DF6C88}" type="presOf" srcId="{12A0D7FC-454B-47FE-8DCF-8EE17641D358}" destId="{D63BEA4C-77F3-4D95-9592-45B73051890D}" srcOrd="0" destOrd="0" presId="urn:microsoft.com/office/officeart/2008/layout/LinedList"/>
    <dgm:cxn modelId="{41245D77-55AA-4449-9659-D017033B414F}" type="presOf" srcId="{CF012CA9-783C-4A95-9B31-2ECC6FDD9E49}" destId="{282B0CCA-551D-4C34-935E-D59D4E21DB43}" srcOrd="0" destOrd="0" presId="urn:microsoft.com/office/officeart/2008/layout/LinedList"/>
    <dgm:cxn modelId="{95F007AB-4088-446D-A0D6-38F6B5D109F1}" srcId="{88EAB776-0644-4E4F-9FBA-D4614B0EEA61}" destId="{12A0D7FC-454B-47FE-8DCF-8EE17641D358}" srcOrd="1" destOrd="0" parTransId="{8B9008BE-B48F-4BF6-92F8-62A1D6AB3B38}" sibTransId="{170CBF40-AF2C-468B-AF45-E12C4D07170D}"/>
    <dgm:cxn modelId="{9F8F6FD8-E386-42AC-8AAF-E84CB2C05A17}" type="presOf" srcId="{DE9CE205-42EE-4301-B084-A3BD85F5046A}" destId="{5023D3CC-0DC4-4A84-9D3A-ED939D7DF101}" srcOrd="0" destOrd="0" presId="urn:microsoft.com/office/officeart/2008/layout/LinedList"/>
    <dgm:cxn modelId="{A76927E4-06D3-4BFA-A022-5CD6ABF7A4E0}" srcId="{88EAB776-0644-4E4F-9FBA-D4614B0EEA61}" destId="{231EDD24-E131-413D-A4AD-9868C873C2C7}" srcOrd="0" destOrd="0" parTransId="{E5723296-7662-4DAA-9C6A-7E4F77DEC241}" sibTransId="{5732A91B-81AD-4277-B966-F5589EBDC914}"/>
    <dgm:cxn modelId="{F9B070FE-72E9-4343-9BA8-3D641469F1AF}" srcId="{88EAB776-0644-4E4F-9FBA-D4614B0EEA61}" destId="{CF012CA9-783C-4A95-9B31-2ECC6FDD9E49}" srcOrd="2" destOrd="0" parTransId="{FEA89A55-A15D-4375-A359-8B53CEC55682}" sibTransId="{71E9ABA2-5F8A-4BBF-8508-BE3C68D8CA7C}"/>
    <dgm:cxn modelId="{ED6622FF-7762-4B7E-9A94-9E8E22890B64}" type="presOf" srcId="{2BA19F17-E3D7-41D4-B84D-838656DC7459}" destId="{3B067592-5211-4FDE-9CD1-575E8DB0D335}" srcOrd="0" destOrd="0" presId="urn:microsoft.com/office/officeart/2008/layout/LinedList"/>
    <dgm:cxn modelId="{AB58A4C3-EEE3-42FD-A4C5-F3BC33F3FDF5}" type="presParOf" srcId="{17AB13C2-D96C-4B19-8EF8-CE7EC067DBA3}" destId="{A5A326E3-DEB4-4482-85D2-AE6FD50E36AE}" srcOrd="0" destOrd="0" presId="urn:microsoft.com/office/officeart/2008/layout/LinedList"/>
    <dgm:cxn modelId="{753B693D-B5B6-4269-B846-3B71A7968A94}" type="presParOf" srcId="{17AB13C2-D96C-4B19-8EF8-CE7EC067DBA3}" destId="{3A940B2B-F248-4D2F-A26E-14440F37169C}" srcOrd="1" destOrd="0" presId="urn:microsoft.com/office/officeart/2008/layout/LinedList"/>
    <dgm:cxn modelId="{C16C20AB-39F9-4888-AF78-D72FD324338A}" type="presParOf" srcId="{3A940B2B-F248-4D2F-A26E-14440F37169C}" destId="{01B8B893-0DFB-40E7-A73D-5EF8483837B1}" srcOrd="0" destOrd="0" presId="urn:microsoft.com/office/officeart/2008/layout/LinedList"/>
    <dgm:cxn modelId="{C16CF12B-4C6A-48C9-8497-D2D901F25136}" type="presParOf" srcId="{3A940B2B-F248-4D2F-A26E-14440F37169C}" destId="{FF6C4BCD-2A8D-4F8C-9B20-E9B992A7F5B3}" srcOrd="1" destOrd="0" presId="urn:microsoft.com/office/officeart/2008/layout/LinedList"/>
    <dgm:cxn modelId="{CB7575F1-4DB9-405B-BBA0-DB144FBF06F3}" type="presParOf" srcId="{17AB13C2-D96C-4B19-8EF8-CE7EC067DBA3}" destId="{FF8283FD-1692-4FA6-98D9-F383B1B228E1}" srcOrd="2" destOrd="0" presId="urn:microsoft.com/office/officeart/2008/layout/LinedList"/>
    <dgm:cxn modelId="{19305C6D-8D47-45BA-BC4C-688DB72F9D43}" type="presParOf" srcId="{17AB13C2-D96C-4B19-8EF8-CE7EC067DBA3}" destId="{74D9F7B0-E1C3-45EA-8BB4-D9C94B4408A1}" srcOrd="3" destOrd="0" presId="urn:microsoft.com/office/officeart/2008/layout/LinedList"/>
    <dgm:cxn modelId="{055918FF-E77E-4035-A06F-1441D57201E6}" type="presParOf" srcId="{74D9F7B0-E1C3-45EA-8BB4-D9C94B4408A1}" destId="{D63BEA4C-77F3-4D95-9592-45B73051890D}" srcOrd="0" destOrd="0" presId="urn:microsoft.com/office/officeart/2008/layout/LinedList"/>
    <dgm:cxn modelId="{D69B281B-6F57-463E-B467-47F3CC6BE040}" type="presParOf" srcId="{74D9F7B0-E1C3-45EA-8BB4-D9C94B4408A1}" destId="{40057396-F38A-4D0F-AEB9-94C98114DD64}" srcOrd="1" destOrd="0" presId="urn:microsoft.com/office/officeart/2008/layout/LinedList"/>
    <dgm:cxn modelId="{B4302E55-9B92-4853-A4F7-271A974BF1E8}" type="presParOf" srcId="{17AB13C2-D96C-4B19-8EF8-CE7EC067DBA3}" destId="{D548D65F-5686-4345-9A43-B2AB57E77B83}" srcOrd="4" destOrd="0" presId="urn:microsoft.com/office/officeart/2008/layout/LinedList"/>
    <dgm:cxn modelId="{D5CE6D6E-16E3-488A-985E-237BFA7A27D1}" type="presParOf" srcId="{17AB13C2-D96C-4B19-8EF8-CE7EC067DBA3}" destId="{CA398D0D-C329-4D15-9527-3BF917197E9F}" srcOrd="5" destOrd="0" presId="urn:microsoft.com/office/officeart/2008/layout/LinedList"/>
    <dgm:cxn modelId="{0DC295EC-D880-4BFD-AF4E-979AC7B1B455}" type="presParOf" srcId="{CA398D0D-C329-4D15-9527-3BF917197E9F}" destId="{282B0CCA-551D-4C34-935E-D59D4E21DB43}" srcOrd="0" destOrd="0" presId="urn:microsoft.com/office/officeart/2008/layout/LinedList"/>
    <dgm:cxn modelId="{A80C1E9B-113B-44FA-BDE2-0CF883806EC0}" type="presParOf" srcId="{CA398D0D-C329-4D15-9527-3BF917197E9F}" destId="{C3CBBBB5-E504-469D-8BF6-E39542E5B0D0}" srcOrd="1" destOrd="0" presId="urn:microsoft.com/office/officeart/2008/layout/LinedList"/>
    <dgm:cxn modelId="{1FECE17D-DDD4-4022-BE28-09216BA2F079}" type="presParOf" srcId="{17AB13C2-D96C-4B19-8EF8-CE7EC067DBA3}" destId="{942D4C43-A245-4C0D-AE1E-43AF4C37B16A}" srcOrd="6" destOrd="0" presId="urn:microsoft.com/office/officeart/2008/layout/LinedList"/>
    <dgm:cxn modelId="{1ABE5253-D055-4657-878C-7A571246A81A}" type="presParOf" srcId="{17AB13C2-D96C-4B19-8EF8-CE7EC067DBA3}" destId="{9DF30D12-5D35-429C-920F-21C124883913}" srcOrd="7" destOrd="0" presId="urn:microsoft.com/office/officeart/2008/layout/LinedList"/>
    <dgm:cxn modelId="{F940213B-C5B1-487D-99FD-2C3DDE6F6BA9}" type="presParOf" srcId="{9DF30D12-5D35-429C-920F-21C124883913}" destId="{5023D3CC-0DC4-4A84-9D3A-ED939D7DF101}" srcOrd="0" destOrd="0" presId="urn:microsoft.com/office/officeart/2008/layout/LinedList"/>
    <dgm:cxn modelId="{A63C4120-B110-4266-8BAD-DE89CC319777}" type="presParOf" srcId="{9DF30D12-5D35-429C-920F-21C124883913}" destId="{F76EB36E-489C-4AD8-8BE9-ED6093EC0615}" srcOrd="1" destOrd="0" presId="urn:microsoft.com/office/officeart/2008/layout/LinedList"/>
    <dgm:cxn modelId="{6D1A55B7-2E46-4929-81AF-FAC364F81A31}" type="presParOf" srcId="{17AB13C2-D96C-4B19-8EF8-CE7EC067DBA3}" destId="{EA35B4E5-918F-4895-AEF4-FE15C9CDF171}" srcOrd="8" destOrd="0" presId="urn:microsoft.com/office/officeart/2008/layout/LinedList"/>
    <dgm:cxn modelId="{4B2A3BD9-0C7D-4CCF-9047-0DD5AD1BBED4}" type="presParOf" srcId="{17AB13C2-D96C-4B19-8EF8-CE7EC067DBA3}" destId="{77A849A7-71EC-4E3C-8DEE-11617A40F738}" srcOrd="9" destOrd="0" presId="urn:microsoft.com/office/officeart/2008/layout/LinedList"/>
    <dgm:cxn modelId="{8EF61369-9E3F-4DDB-8EF6-0F7E6BF29275}" type="presParOf" srcId="{77A849A7-71EC-4E3C-8DEE-11617A40F738}" destId="{77D85B6B-98FF-4009-9AD1-7B2473CF1FDD}" srcOrd="0" destOrd="0" presId="urn:microsoft.com/office/officeart/2008/layout/LinedList"/>
    <dgm:cxn modelId="{E5CBDAD1-4FF2-4B57-9297-2B66BDD6A055}" type="presParOf" srcId="{77A849A7-71EC-4E3C-8DEE-11617A40F738}" destId="{71977681-3B18-4A21-900F-95B27F1C0F1E}" srcOrd="1" destOrd="0" presId="urn:microsoft.com/office/officeart/2008/layout/LinedList"/>
    <dgm:cxn modelId="{211BE8B0-ED47-448F-AB50-9CA1FBE0E64D}" type="presParOf" srcId="{17AB13C2-D96C-4B19-8EF8-CE7EC067DBA3}" destId="{5AC3222F-2A3E-4B53-A2C3-20EF8925B3CB}" srcOrd="10" destOrd="0" presId="urn:microsoft.com/office/officeart/2008/layout/LinedList"/>
    <dgm:cxn modelId="{25A8AAA1-3ED0-4CB4-B6DE-BB4055491142}" type="presParOf" srcId="{17AB13C2-D96C-4B19-8EF8-CE7EC067DBA3}" destId="{367BB9F8-8FE3-40B8-BF00-A6C22A5BA5DA}" srcOrd="11" destOrd="0" presId="urn:microsoft.com/office/officeart/2008/layout/LinedList"/>
    <dgm:cxn modelId="{BB47A0E2-014C-407B-8E5B-9EF0D9AE0B32}" type="presParOf" srcId="{367BB9F8-8FE3-40B8-BF00-A6C22A5BA5DA}" destId="{3B067592-5211-4FDE-9CD1-575E8DB0D335}" srcOrd="0" destOrd="0" presId="urn:microsoft.com/office/officeart/2008/layout/LinedList"/>
    <dgm:cxn modelId="{4DE48375-F96C-4A7E-BAD5-4769E5334FAE}" type="presParOf" srcId="{367BB9F8-8FE3-40B8-BF00-A6C22A5BA5DA}" destId="{DFF98089-B094-49CD-9FBD-34994A91B9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13D5A2-6C6A-4D79-8AD8-62F63551FE8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E891CE-78F7-4881-98C5-6EE7298E1846}">
      <dgm:prSet/>
      <dgm:spPr/>
      <dgm:t>
        <a:bodyPr/>
        <a:lstStyle/>
        <a:p>
          <a:r>
            <a:rPr lang="en-US"/>
            <a:t>Ejemplos relevantes:</a:t>
          </a:r>
        </a:p>
      </dgm:t>
    </dgm:pt>
    <dgm:pt modelId="{136FBEB0-8C35-4081-AD00-A9F676F1CA7D}" type="parTrans" cxnId="{3EFE8005-7694-407E-B036-71107BCA0BCC}">
      <dgm:prSet/>
      <dgm:spPr/>
      <dgm:t>
        <a:bodyPr/>
        <a:lstStyle/>
        <a:p>
          <a:endParaRPr lang="en-US"/>
        </a:p>
      </dgm:t>
    </dgm:pt>
    <dgm:pt modelId="{A5E9E6AA-FAD5-4DF7-AD83-2BD3CB7F9546}" type="sibTrans" cxnId="{3EFE8005-7694-407E-B036-71107BCA0BCC}">
      <dgm:prSet/>
      <dgm:spPr/>
      <dgm:t>
        <a:bodyPr/>
        <a:lstStyle/>
        <a:p>
          <a:endParaRPr lang="en-US"/>
        </a:p>
      </dgm:t>
    </dgm:pt>
    <dgm:pt modelId="{66595957-EC9F-4038-B524-88ADE9FA2FAD}">
      <dgm:prSet/>
      <dgm:spPr/>
      <dgm:t>
        <a:bodyPr/>
        <a:lstStyle/>
        <a:p>
          <a:r>
            <a:rPr lang="en-US"/>
            <a:t>- GPT (OpenAI)</a:t>
          </a:r>
        </a:p>
      </dgm:t>
    </dgm:pt>
    <dgm:pt modelId="{AEA52398-088F-4C2B-832D-BA7EE8D50630}" type="parTrans" cxnId="{09C6C47C-457F-422A-9B7B-F140A0D78A7B}">
      <dgm:prSet/>
      <dgm:spPr/>
      <dgm:t>
        <a:bodyPr/>
        <a:lstStyle/>
        <a:p>
          <a:endParaRPr lang="en-US"/>
        </a:p>
      </dgm:t>
    </dgm:pt>
    <dgm:pt modelId="{8996DF1F-C599-4C78-AF4F-49E3C851E9C7}" type="sibTrans" cxnId="{09C6C47C-457F-422A-9B7B-F140A0D78A7B}">
      <dgm:prSet/>
      <dgm:spPr/>
      <dgm:t>
        <a:bodyPr/>
        <a:lstStyle/>
        <a:p>
          <a:endParaRPr lang="en-US"/>
        </a:p>
      </dgm:t>
    </dgm:pt>
    <dgm:pt modelId="{C96E3E4A-1490-480D-98E0-5431515046AD}">
      <dgm:prSet/>
      <dgm:spPr/>
      <dgm:t>
        <a:bodyPr/>
        <a:lstStyle/>
        <a:p>
          <a:r>
            <a:rPr lang="en-US"/>
            <a:t>- LLaMA (Meta)</a:t>
          </a:r>
        </a:p>
      </dgm:t>
    </dgm:pt>
    <dgm:pt modelId="{964AE5FC-AE91-4FCF-A2B1-58A4B84B49C0}" type="parTrans" cxnId="{1AA64EE8-D3C1-46EC-8CE6-F54DF3D40285}">
      <dgm:prSet/>
      <dgm:spPr/>
      <dgm:t>
        <a:bodyPr/>
        <a:lstStyle/>
        <a:p>
          <a:endParaRPr lang="en-US"/>
        </a:p>
      </dgm:t>
    </dgm:pt>
    <dgm:pt modelId="{4476AB4A-4398-4381-BB8F-321EFC97498D}" type="sibTrans" cxnId="{1AA64EE8-D3C1-46EC-8CE6-F54DF3D40285}">
      <dgm:prSet/>
      <dgm:spPr/>
      <dgm:t>
        <a:bodyPr/>
        <a:lstStyle/>
        <a:p>
          <a:endParaRPr lang="en-US"/>
        </a:p>
      </dgm:t>
    </dgm:pt>
    <dgm:pt modelId="{20305432-B06C-4A50-9E6F-94A420148B84}">
      <dgm:prSet/>
      <dgm:spPr/>
      <dgm:t>
        <a:bodyPr/>
        <a:lstStyle/>
        <a:p>
          <a:r>
            <a:rPr lang="en-US"/>
            <a:t>- Gemini / PaLM (Google)</a:t>
          </a:r>
        </a:p>
      </dgm:t>
    </dgm:pt>
    <dgm:pt modelId="{624BC209-BDC9-471A-92D2-DBFF0432FFEC}" type="parTrans" cxnId="{B9E58E55-6561-4FF7-B13F-5182BCFDA6D9}">
      <dgm:prSet/>
      <dgm:spPr/>
      <dgm:t>
        <a:bodyPr/>
        <a:lstStyle/>
        <a:p>
          <a:endParaRPr lang="en-US"/>
        </a:p>
      </dgm:t>
    </dgm:pt>
    <dgm:pt modelId="{CE7150B0-A69B-49B5-9964-8464894DD61D}" type="sibTrans" cxnId="{B9E58E55-6561-4FF7-B13F-5182BCFDA6D9}">
      <dgm:prSet/>
      <dgm:spPr/>
      <dgm:t>
        <a:bodyPr/>
        <a:lstStyle/>
        <a:p>
          <a:endParaRPr lang="en-US"/>
        </a:p>
      </dgm:t>
    </dgm:pt>
    <dgm:pt modelId="{DC6A3C03-4002-4459-AC6D-280F8A10B0CE}">
      <dgm:prSet/>
      <dgm:spPr/>
      <dgm:t>
        <a:bodyPr/>
        <a:lstStyle/>
        <a:p>
          <a:r>
            <a:rPr lang="en-US"/>
            <a:t>- Claude (Anthropic)</a:t>
          </a:r>
        </a:p>
      </dgm:t>
    </dgm:pt>
    <dgm:pt modelId="{DE5FA8AA-786C-4086-985E-3DCB208B44A0}" type="parTrans" cxnId="{D93C13BF-F696-4B2C-9CD7-D981137D199F}">
      <dgm:prSet/>
      <dgm:spPr/>
      <dgm:t>
        <a:bodyPr/>
        <a:lstStyle/>
        <a:p>
          <a:endParaRPr lang="en-US"/>
        </a:p>
      </dgm:t>
    </dgm:pt>
    <dgm:pt modelId="{D9AD4A4A-8A4D-4230-B00D-98575738C571}" type="sibTrans" cxnId="{D93C13BF-F696-4B2C-9CD7-D981137D199F}">
      <dgm:prSet/>
      <dgm:spPr/>
      <dgm:t>
        <a:bodyPr/>
        <a:lstStyle/>
        <a:p>
          <a:endParaRPr lang="en-US"/>
        </a:p>
      </dgm:t>
    </dgm:pt>
    <dgm:pt modelId="{D3336E11-BDC2-462C-AFE5-006DE552FE08}">
      <dgm:prSet/>
      <dgm:spPr/>
      <dgm:t>
        <a:bodyPr/>
        <a:lstStyle/>
        <a:p>
          <a:r>
            <a:rPr lang="en-US"/>
            <a:t>- Mistral / Mixtral</a:t>
          </a:r>
        </a:p>
      </dgm:t>
    </dgm:pt>
    <dgm:pt modelId="{7D0DB2F2-581B-4EE3-A538-71D307048894}" type="parTrans" cxnId="{196D1D11-9BDD-42F2-8F79-D05148A2388C}">
      <dgm:prSet/>
      <dgm:spPr/>
      <dgm:t>
        <a:bodyPr/>
        <a:lstStyle/>
        <a:p>
          <a:endParaRPr lang="en-US"/>
        </a:p>
      </dgm:t>
    </dgm:pt>
    <dgm:pt modelId="{1A384ABB-FD5F-42A1-85E2-5BC27C91E642}" type="sibTrans" cxnId="{196D1D11-9BDD-42F2-8F79-D05148A2388C}">
      <dgm:prSet/>
      <dgm:spPr/>
      <dgm:t>
        <a:bodyPr/>
        <a:lstStyle/>
        <a:p>
          <a:endParaRPr lang="en-US"/>
        </a:p>
      </dgm:t>
    </dgm:pt>
    <dgm:pt modelId="{83D6F039-C953-446B-9F1C-74F5F9C9AA00}">
      <dgm:prSet/>
      <dgm:spPr/>
      <dgm:t>
        <a:bodyPr/>
        <a:lstStyle/>
        <a:p>
          <a:r>
            <a:rPr lang="en-US"/>
            <a:t>- Falcon</a:t>
          </a:r>
        </a:p>
      </dgm:t>
    </dgm:pt>
    <dgm:pt modelId="{2069FEFE-7A6B-4E7E-9667-6BE3F90EA97B}" type="parTrans" cxnId="{11E18C45-5E85-4B91-B1AB-C524A567ABE1}">
      <dgm:prSet/>
      <dgm:spPr/>
      <dgm:t>
        <a:bodyPr/>
        <a:lstStyle/>
        <a:p>
          <a:endParaRPr lang="en-US"/>
        </a:p>
      </dgm:t>
    </dgm:pt>
    <dgm:pt modelId="{BE2419ED-DDBD-440D-A825-CE27760A6FF6}" type="sibTrans" cxnId="{11E18C45-5E85-4B91-B1AB-C524A567ABE1}">
      <dgm:prSet/>
      <dgm:spPr/>
      <dgm:t>
        <a:bodyPr/>
        <a:lstStyle/>
        <a:p>
          <a:endParaRPr lang="en-US"/>
        </a:p>
      </dgm:t>
    </dgm:pt>
    <dgm:pt modelId="{AB3C0183-C1CF-4F71-BBB7-800C7E504FBE}">
      <dgm:prSet/>
      <dgm:spPr/>
      <dgm:t>
        <a:bodyPr/>
        <a:lstStyle/>
        <a:p>
          <a:r>
            <a:rPr lang="en-US"/>
            <a:t>- BLOOM</a:t>
          </a:r>
        </a:p>
      </dgm:t>
    </dgm:pt>
    <dgm:pt modelId="{85E094C3-5FC8-42C1-B2AD-23261E91D354}" type="parTrans" cxnId="{EEFD3747-745F-48EC-BFC3-3A1F4956864D}">
      <dgm:prSet/>
      <dgm:spPr/>
      <dgm:t>
        <a:bodyPr/>
        <a:lstStyle/>
        <a:p>
          <a:endParaRPr lang="en-US"/>
        </a:p>
      </dgm:t>
    </dgm:pt>
    <dgm:pt modelId="{FF826921-BCC9-411B-A72A-4A943F46EA1D}" type="sibTrans" cxnId="{EEFD3747-745F-48EC-BFC3-3A1F4956864D}">
      <dgm:prSet/>
      <dgm:spPr/>
      <dgm:t>
        <a:bodyPr/>
        <a:lstStyle/>
        <a:p>
          <a:endParaRPr lang="en-US"/>
        </a:p>
      </dgm:t>
    </dgm:pt>
    <dgm:pt modelId="{950E7A90-2E44-443B-BBC4-E1D98F62A0EA}">
      <dgm:prSet/>
      <dgm:spPr/>
      <dgm:t>
        <a:bodyPr/>
        <a:lstStyle/>
        <a:p>
          <a:r>
            <a:rPr lang="en-US"/>
            <a:t>- Qwen (Alibaba)</a:t>
          </a:r>
        </a:p>
      </dgm:t>
    </dgm:pt>
    <dgm:pt modelId="{1325CD1C-9EC1-4736-85BB-CB363CAAA307}" type="parTrans" cxnId="{A1F41477-223F-4825-A980-CA127FBDDB1A}">
      <dgm:prSet/>
      <dgm:spPr/>
      <dgm:t>
        <a:bodyPr/>
        <a:lstStyle/>
        <a:p>
          <a:endParaRPr lang="en-US"/>
        </a:p>
      </dgm:t>
    </dgm:pt>
    <dgm:pt modelId="{DF789E54-CD42-4BC9-8DC2-E19555D128C9}" type="sibTrans" cxnId="{A1F41477-223F-4825-A980-CA127FBDDB1A}">
      <dgm:prSet/>
      <dgm:spPr/>
      <dgm:t>
        <a:bodyPr/>
        <a:lstStyle/>
        <a:p>
          <a:endParaRPr lang="en-US"/>
        </a:p>
      </dgm:t>
    </dgm:pt>
    <dgm:pt modelId="{C0E5D82D-2711-4476-A307-388F53F5BF56}" type="pres">
      <dgm:prSet presAssocID="{8313D5A2-6C6A-4D79-8AD8-62F63551FE85}" presName="vert0" presStyleCnt="0">
        <dgm:presLayoutVars>
          <dgm:dir/>
          <dgm:animOne val="branch"/>
          <dgm:animLvl val="lvl"/>
        </dgm:presLayoutVars>
      </dgm:prSet>
      <dgm:spPr/>
    </dgm:pt>
    <dgm:pt modelId="{6188FCF2-D416-467A-9F99-E3BD279990D6}" type="pres">
      <dgm:prSet presAssocID="{5EE891CE-78F7-4881-98C5-6EE7298E1846}" presName="thickLine" presStyleLbl="alignNode1" presStyleIdx="0" presStyleCnt="9"/>
      <dgm:spPr/>
    </dgm:pt>
    <dgm:pt modelId="{DE7977CF-5E02-4DDB-9399-BA1C61BA0618}" type="pres">
      <dgm:prSet presAssocID="{5EE891CE-78F7-4881-98C5-6EE7298E1846}" presName="horz1" presStyleCnt="0"/>
      <dgm:spPr/>
    </dgm:pt>
    <dgm:pt modelId="{FFC9D467-366F-4DDD-B779-04C46E88D68F}" type="pres">
      <dgm:prSet presAssocID="{5EE891CE-78F7-4881-98C5-6EE7298E1846}" presName="tx1" presStyleLbl="revTx" presStyleIdx="0" presStyleCnt="9"/>
      <dgm:spPr/>
    </dgm:pt>
    <dgm:pt modelId="{5FA34FE3-7CAE-4885-A288-9C1308759835}" type="pres">
      <dgm:prSet presAssocID="{5EE891CE-78F7-4881-98C5-6EE7298E1846}" presName="vert1" presStyleCnt="0"/>
      <dgm:spPr/>
    </dgm:pt>
    <dgm:pt modelId="{0B828A5F-C174-4058-BDB2-D400E8D1FB14}" type="pres">
      <dgm:prSet presAssocID="{66595957-EC9F-4038-B524-88ADE9FA2FAD}" presName="thickLine" presStyleLbl="alignNode1" presStyleIdx="1" presStyleCnt="9"/>
      <dgm:spPr/>
    </dgm:pt>
    <dgm:pt modelId="{B11B23EC-9B14-44EC-A2FD-9297520857D2}" type="pres">
      <dgm:prSet presAssocID="{66595957-EC9F-4038-B524-88ADE9FA2FAD}" presName="horz1" presStyleCnt="0"/>
      <dgm:spPr/>
    </dgm:pt>
    <dgm:pt modelId="{176337C9-4F47-4990-8721-9E297D39F017}" type="pres">
      <dgm:prSet presAssocID="{66595957-EC9F-4038-B524-88ADE9FA2FAD}" presName="tx1" presStyleLbl="revTx" presStyleIdx="1" presStyleCnt="9"/>
      <dgm:spPr/>
    </dgm:pt>
    <dgm:pt modelId="{0FDD2903-05B6-42C2-BA95-2A2B7D0293AE}" type="pres">
      <dgm:prSet presAssocID="{66595957-EC9F-4038-B524-88ADE9FA2FAD}" presName="vert1" presStyleCnt="0"/>
      <dgm:spPr/>
    </dgm:pt>
    <dgm:pt modelId="{916124A7-40ED-473E-9E3E-695B24BECBD3}" type="pres">
      <dgm:prSet presAssocID="{C96E3E4A-1490-480D-98E0-5431515046AD}" presName="thickLine" presStyleLbl="alignNode1" presStyleIdx="2" presStyleCnt="9"/>
      <dgm:spPr/>
    </dgm:pt>
    <dgm:pt modelId="{541D2A49-F3E9-4C53-81EA-E2A92E25D518}" type="pres">
      <dgm:prSet presAssocID="{C96E3E4A-1490-480D-98E0-5431515046AD}" presName="horz1" presStyleCnt="0"/>
      <dgm:spPr/>
    </dgm:pt>
    <dgm:pt modelId="{EC1E6326-B05F-42BF-9682-F044C2A5B290}" type="pres">
      <dgm:prSet presAssocID="{C96E3E4A-1490-480D-98E0-5431515046AD}" presName="tx1" presStyleLbl="revTx" presStyleIdx="2" presStyleCnt="9"/>
      <dgm:spPr/>
    </dgm:pt>
    <dgm:pt modelId="{BA8544F8-AD22-4B65-BE54-450DCC9953C7}" type="pres">
      <dgm:prSet presAssocID="{C96E3E4A-1490-480D-98E0-5431515046AD}" presName="vert1" presStyleCnt="0"/>
      <dgm:spPr/>
    </dgm:pt>
    <dgm:pt modelId="{BD3BEEE2-45E1-4768-B666-B09946863530}" type="pres">
      <dgm:prSet presAssocID="{20305432-B06C-4A50-9E6F-94A420148B84}" presName="thickLine" presStyleLbl="alignNode1" presStyleIdx="3" presStyleCnt="9"/>
      <dgm:spPr/>
    </dgm:pt>
    <dgm:pt modelId="{71E44F73-34E4-4B2C-95B8-1FBE54DEA1C1}" type="pres">
      <dgm:prSet presAssocID="{20305432-B06C-4A50-9E6F-94A420148B84}" presName="horz1" presStyleCnt="0"/>
      <dgm:spPr/>
    </dgm:pt>
    <dgm:pt modelId="{56484C50-4F19-47EA-8BF8-7CB6B70D6331}" type="pres">
      <dgm:prSet presAssocID="{20305432-B06C-4A50-9E6F-94A420148B84}" presName="tx1" presStyleLbl="revTx" presStyleIdx="3" presStyleCnt="9"/>
      <dgm:spPr/>
    </dgm:pt>
    <dgm:pt modelId="{848887A1-A2E4-4FAA-830A-F6B24F68F8A4}" type="pres">
      <dgm:prSet presAssocID="{20305432-B06C-4A50-9E6F-94A420148B84}" presName="vert1" presStyleCnt="0"/>
      <dgm:spPr/>
    </dgm:pt>
    <dgm:pt modelId="{1237DA1D-F58E-41C1-A266-544D62DB0D86}" type="pres">
      <dgm:prSet presAssocID="{DC6A3C03-4002-4459-AC6D-280F8A10B0CE}" presName="thickLine" presStyleLbl="alignNode1" presStyleIdx="4" presStyleCnt="9"/>
      <dgm:spPr/>
    </dgm:pt>
    <dgm:pt modelId="{32AB3961-0077-4A2D-AD18-4B8F61CD0784}" type="pres">
      <dgm:prSet presAssocID="{DC6A3C03-4002-4459-AC6D-280F8A10B0CE}" presName="horz1" presStyleCnt="0"/>
      <dgm:spPr/>
    </dgm:pt>
    <dgm:pt modelId="{E9709DF6-EA05-4735-96EC-193304CE2960}" type="pres">
      <dgm:prSet presAssocID="{DC6A3C03-4002-4459-AC6D-280F8A10B0CE}" presName="tx1" presStyleLbl="revTx" presStyleIdx="4" presStyleCnt="9"/>
      <dgm:spPr/>
    </dgm:pt>
    <dgm:pt modelId="{F8ADC94F-7953-43D5-BF04-F465C8AC2ADD}" type="pres">
      <dgm:prSet presAssocID="{DC6A3C03-4002-4459-AC6D-280F8A10B0CE}" presName="vert1" presStyleCnt="0"/>
      <dgm:spPr/>
    </dgm:pt>
    <dgm:pt modelId="{64FEA31E-AD61-4AFB-9B93-36D9603A3B67}" type="pres">
      <dgm:prSet presAssocID="{D3336E11-BDC2-462C-AFE5-006DE552FE08}" presName="thickLine" presStyleLbl="alignNode1" presStyleIdx="5" presStyleCnt="9"/>
      <dgm:spPr/>
    </dgm:pt>
    <dgm:pt modelId="{FA7855E9-B3BF-4C19-BFFA-ECEFC1BB029B}" type="pres">
      <dgm:prSet presAssocID="{D3336E11-BDC2-462C-AFE5-006DE552FE08}" presName="horz1" presStyleCnt="0"/>
      <dgm:spPr/>
    </dgm:pt>
    <dgm:pt modelId="{0C3C574A-10DA-4EE6-89FC-CC94393060E7}" type="pres">
      <dgm:prSet presAssocID="{D3336E11-BDC2-462C-AFE5-006DE552FE08}" presName="tx1" presStyleLbl="revTx" presStyleIdx="5" presStyleCnt="9"/>
      <dgm:spPr/>
    </dgm:pt>
    <dgm:pt modelId="{DB447BD8-4B49-413F-99D2-1AAA1EA25A0B}" type="pres">
      <dgm:prSet presAssocID="{D3336E11-BDC2-462C-AFE5-006DE552FE08}" presName="vert1" presStyleCnt="0"/>
      <dgm:spPr/>
    </dgm:pt>
    <dgm:pt modelId="{891D37B0-8D0D-49BF-81F1-C7E1B34B632A}" type="pres">
      <dgm:prSet presAssocID="{83D6F039-C953-446B-9F1C-74F5F9C9AA00}" presName="thickLine" presStyleLbl="alignNode1" presStyleIdx="6" presStyleCnt="9"/>
      <dgm:spPr/>
    </dgm:pt>
    <dgm:pt modelId="{3E019F4B-F795-4349-A19A-FE2BABB23FBA}" type="pres">
      <dgm:prSet presAssocID="{83D6F039-C953-446B-9F1C-74F5F9C9AA00}" presName="horz1" presStyleCnt="0"/>
      <dgm:spPr/>
    </dgm:pt>
    <dgm:pt modelId="{7B6F3986-9812-4073-A34A-4D68A6C7A1D2}" type="pres">
      <dgm:prSet presAssocID="{83D6F039-C953-446B-9F1C-74F5F9C9AA00}" presName="tx1" presStyleLbl="revTx" presStyleIdx="6" presStyleCnt="9"/>
      <dgm:spPr/>
    </dgm:pt>
    <dgm:pt modelId="{344E7D40-7467-4029-B618-DC80D025C691}" type="pres">
      <dgm:prSet presAssocID="{83D6F039-C953-446B-9F1C-74F5F9C9AA00}" presName="vert1" presStyleCnt="0"/>
      <dgm:spPr/>
    </dgm:pt>
    <dgm:pt modelId="{3B872744-E962-42C5-9BA9-13E29B60E57F}" type="pres">
      <dgm:prSet presAssocID="{AB3C0183-C1CF-4F71-BBB7-800C7E504FBE}" presName="thickLine" presStyleLbl="alignNode1" presStyleIdx="7" presStyleCnt="9"/>
      <dgm:spPr/>
    </dgm:pt>
    <dgm:pt modelId="{A5A1785F-7864-4DAD-A77B-630D55919582}" type="pres">
      <dgm:prSet presAssocID="{AB3C0183-C1CF-4F71-BBB7-800C7E504FBE}" presName="horz1" presStyleCnt="0"/>
      <dgm:spPr/>
    </dgm:pt>
    <dgm:pt modelId="{8794539C-68F3-4B9E-A9D0-E6E0B683F858}" type="pres">
      <dgm:prSet presAssocID="{AB3C0183-C1CF-4F71-BBB7-800C7E504FBE}" presName="tx1" presStyleLbl="revTx" presStyleIdx="7" presStyleCnt="9"/>
      <dgm:spPr/>
    </dgm:pt>
    <dgm:pt modelId="{1C6AF340-B617-4C6F-BCE9-A9BF5EBA388B}" type="pres">
      <dgm:prSet presAssocID="{AB3C0183-C1CF-4F71-BBB7-800C7E504FBE}" presName="vert1" presStyleCnt="0"/>
      <dgm:spPr/>
    </dgm:pt>
    <dgm:pt modelId="{AB7A64AD-115B-4817-8B07-D7863DFBF4D3}" type="pres">
      <dgm:prSet presAssocID="{950E7A90-2E44-443B-BBC4-E1D98F62A0EA}" presName="thickLine" presStyleLbl="alignNode1" presStyleIdx="8" presStyleCnt="9"/>
      <dgm:spPr/>
    </dgm:pt>
    <dgm:pt modelId="{AC6230AD-8C90-4319-BD12-F74D18ABF51A}" type="pres">
      <dgm:prSet presAssocID="{950E7A90-2E44-443B-BBC4-E1D98F62A0EA}" presName="horz1" presStyleCnt="0"/>
      <dgm:spPr/>
    </dgm:pt>
    <dgm:pt modelId="{99DF9610-A318-4D46-8B51-0D635FF363CD}" type="pres">
      <dgm:prSet presAssocID="{950E7A90-2E44-443B-BBC4-E1D98F62A0EA}" presName="tx1" presStyleLbl="revTx" presStyleIdx="8" presStyleCnt="9"/>
      <dgm:spPr/>
    </dgm:pt>
    <dgm:pt modelId="{B8ACC6A0-1C66-4EBD-8682-6CF5B4C6ED9D}" type="pres">
      <dgm:prSet presAssocID="{950E7A90-2E44-443B-BBC4-E1D98F62A0EA}" presName="vert1" presStyleCnt="0"/>
      <dgm:spPr/>
    </dgm:pt>
  </dgm:ptLst>
  <dgm:cxnLst>
    <dgm:cxn modelId="{3EFE8005-7694-407E-B036-71107BCA0BCC}" srcId="{8313D5A2-6C6A-4D79-8AD8-62F63551FE85}" destId="{5EE891CE-78F7-4881-98C5-6EE7298E1846}" srcOrd="0" destOrd="0" parTransId="{136FBEB0-8C35-4081-AD00-A9F676F1CA7D}" sibTransId="{A5E9E6AA-FAD5-4DF7-AD83-2BD3CB7F9546}"/>
    <dgm:cxn modelId="{196D1D11-9BDD-42F2-8F79-D05148A2388C}" srcId="{8313D5A2-6C6A-4D79-8AD8-62F63551FE85}" destId="{D3336E11-BDC2-462C-AFE5-006DE552FE08}" srcOrd="5" destOrd="0" parTransId="{7D0DB2F2-581B-4EE3-A538-71D307048894}" sibTransId="{1A384ABB-FD5F-42A1-85E2-5BC27C91E642}"/>
    <dgm:cxn modelId="{6EEADD13-BE9D-490A-BBFF-4E0C0F952545}" type="presOf" srcId="{DC6A3C03-4002-4459-AC6D-280F8A10B0CE}" destId="{E9709DF6-EA05-4735-96EC-193304CE2960}" srcOrd="0" destOrd="0" presId="urn:microsoft.com/office/officeart/2008/layout/LinedList"/>
    <dgm:cxn modelId="{E3D24A1F-7D12-4F66-8680-C5A3E588035A}" type="presOf" srcId="{950E7A90-2E44-443B-BBC4-E1D98F62A0EA}" destId="{99DF9610-A318-4D46-8B51-0D635FF363CD}" srcOrd="0" destOrd="0" presId="urn:microsoft.com/office/officeart/2008/layout/LinedList"/>
    <dgm:cxn modelId="{114A703C-736C-4376-8C4E-4EC4B6E5CF0C}" type="presOf" srcId="{83D6F039-C953-446B-9F1C-74F5F9C9AA00}" destId="{7B6F3986-9812-4073-A34A-4D68A6C7A1D2}" srcOrd="0" destOrd="0" presId="urn:microsoft.com/office/officeart/2008/layout/LinedList"/>
    <dgm:cxn modelId="{6316AA5E-89FA-4D8D-BCE5-84E7ECAFEB0E}" type="presOf" srcId="{20305432-B06C-4A50-9E6F-94A420148B84}" destId="{56484C50-4F19-47EA-8BF8-7CB6B70D6331}" srcOrd="0" destOrd="0" presId="urn:microsoft.com/office/officeart/2008/layout/LinedList"/>
    <dgm:cxn modelId="{11E18C45-5E85-4B91-B1AB-C524A567ABE1}" srcId="{8313D5A2-6C6A-4D79-8AD8-62F63551FE85}" destId="{83D6F039-C953-446B-9F1C-74F5F9C9AA00}" srcOrd="6" destOrd="0" parTransId="{2069FEFE-7A6B-4E7E-9667-6BE3F90EA97B}" sibTransId="{BE2419ED-DDBD-440D-A825-CE27760A6FF6}"/>
    <dgm:cxn modelId="{EEFD3747-745F-48EC-BFC3-3A1F4956864D}" srcId="{8313D5A2-6C6A-4D79-8AD8-62F63551FE85}" destId="{AB3C0183-C1CF-4F71-BBB7-800C7E504FBE}" srcOrd="7" destOrd="0" parTransId="{85E094C3-5FC8-42C1-B2AD-23261E91D354}" sibTransId="{FF826921-BCC9-411B-A72A-4A943F46EA1D}"/>
    <dgm:cxn modelId="{B9E58E55-6561-4FF7-B13F-5182BCFDA6D9}" srcId="{8313D5A2-6C6A-4D79-8AD8-62F63551FE85}" destId="{20305432-B06C-4A50-9E6F-94A420148B84}" srcOrd="3" destOrd="0" parTransId="{624BC209-BDC9-471A-92D2-DBFF0432FFEC}" sibTransId="{CE7150B0-A69B-49B5-9964-8464894DD61D}"/>
    <dgm:cxn modelId="{A1F41477-223F-4825-A980-CA127FBDDB1A}" srcId="{8313D5A2-6C6A-4D79-8AD8-62F63551FE85}" destId="{950E7A90-2E44-443B-BBC4-E1D98F62A0EA}" srcOrd="8" destOrd="0" parTransId="{1325CD1C-9EC1-4736-85BB-CB363CAAA307}" sibTransId="{DF789E54-CD42-4BC9-8DC2-E19555D128C9}"/>
    <dgm:cxn modelId="{2F3ACF59-2CFE-43E8-AFE1-630E4B11F10D}" type="presOf" srcId="{C96E3E4A-1490-480D-98E0-5431515046AD}" destId="{EC1E6326-B05F-42BF-9682-F044C2A5B290}" srcOrd="0" destOrd="0" presId="urn:microsoft.com/office/officeart/2008/layout/LinedList"/>
    <dgm:cxn modelId="{09C6C47C-457F-422A-9B7B-F140A0D78A7B}" srcId="{8313D5A2-6C6A-4D79-8AD8-62F63551FE85}" destId="{66595957-EC9F-4038-B524-88ADE9FA2FAD}" srcOrd="1" destOrd="0" parTransId="{AEA52398-088F-4C2B-832D-BA7EE8D50630}" sibTransId="{8996DF1F-C599-4C78-AF4F-49E3C851E9C7}"/>
    <dgm:cxn modelId="{15A6507D-BC0D-4D5C-8870-4D5DDC8944DB}" type="presOf" srcId="{5EE891CE-78F7-4881-98C5-6EE7298E1846}" destId="{FFC9D467-366F-4DDD-B779-04C46E88D68F}" srcOrd="0" destOrd="0" presId="urn:microsoft.com/office/officeart/2008/layout/LinedList"/>
    <dgm:cxn modelId="{4A3614B1-5BCE-4FA5-BC1A-C8206DD07DFC}" type="presOf" srcId="{66595957-EC9F-4038-B524-88ADE9FA2FAD}" destId="{176337C9-4F47-4990-8721-9E297D39F017}" srcOrd="0" destOrd="0" presId="urn:microsoft.com/office/officeart/2008/layout/LinedList"/>
    <dgm:cxn modelId="{D93C13BF-F696-4B2C-9CD7-D981137D199F}" srcId="{8313D5A2-6C6A-4D79-8AD8-62F63551FE85}" destId="{DC6A3C03-4002-4459-AC6D-280F8A10B0CE}" srcOrd="4" destOrd="0" parTransId="{DE5FA8AA-786C-4086-985E-3DCB208B44A0}" sibTransId="{D9AD4A4A-8A4D-4230-B00D-98575738C571}"/>
    <dgm:cxn modelId="{52D590C1-0C52-48B8-8AC2-7083EC745E1F}" type="presOf" srcId="{D3336E11-BDC2-462C-AFE5-006DE552FE08}" destId="{0C3C574A-10DA-4EE6-89FC-CC94393060E7}" srcOrd="0" destOrd="0" presId="urn:microsoft.com/office/officeart/2008/layout/LinedList"/>
    <dgm:cxn modelId="{9792CAD4-E5FA-4D17-801F-CC10F53DA17B}" type="presOf" srcId="{AB3C0183-C1CF-4F71-BBB7-800C7E504FBE}" destId="{8794539C-68F3-4B9E-A9D0-E6E0B683F858}" srcOrd="0" destOrd="0" presId="urn:microsoft.com/office/officeart/2008/layout/LinedList"/>
    <dgm:cxn modelId="{D790E7D9-9F56-4CC1-B665-B8C58EFC4EF0}" type="presOf" srcId="{8313D5A2-6C6A-4D79-8AD8-62F63551FE85}" destId="{C0E5D82D-2711-4476-A307-388F53F5BF56}" srcOrd="0" destOrd="0" presId="urn:microsoft.com/office/officeart/2008/layout/LinedList"/>
    <dgm:cxn modelId="{1AA64EE8-D3C1-46EC-8CE6-F54DF3D40285}" srcId="{8313D5A2-6C6A-4D79-8AD8-62F63551FE85}" destId="{C96E3E4A-1490-480D-98E0-5431515046AD}" srcOrd="2" destOrd="0" parTransId="{964AE5FC-AE91-4FCF-A2B1-58A4B84B49C0}" sibTransId="{4476AB4A-4398-4381-BB8F-321EFC97498D}"/>
    <dgm:cxn modelId="{FD4E482A-6340-4089-A437-62CCA8BD1CFC}" type="presParOf" srcId="{C0E5D82D-2711-4476-A307-388F53F5BF56}" destId="{6188FCF2-D416-467A-9F99-E3BD279990D6}" srcOrd="0" destOrd="0" presId="urn:microsoft.com/office/officeart/2008/layout/LinedList"/>
    <dgm:cxn modelId="{C3A72A5E-FAD0-4893-9677-F497FA4F7147}" type="presParOf" srcId="{C0E5D82D-2711-4476-A307-388F53F5BF56}" destId="{DE7977CF-5E02-4DDB-9399-BA1C61BA0618}" srcOrd="1" destOrd="0" presId="urn:microsoft.com/office/officeart/2008/layout/LinedList"/>
    <dgm:cxn modelId="{DAA1A1D7-84E8-40FE-B1BC-EC2EA2DB3BC7}" type="presParOf" srcId="{DE7977CF-5E02-4DDB-9399-BA1C61BA0618}" destId="{FFC9D467-366F-4DDD-B779-04C46E88D68F}" srcOrd="0" destOrd="0" presId="urn:microsoft.com/office/officeart/2008/layout/LinedList"/>
    <dgm:cxn modelId="{8F47BE38-1CC4-4EC3-BF31-CCF2A40E9E2A}" type="presParOf" srcId="{DE7977CF-5E02-4DDB-9399-BA1C61BA0618}" destId="{5FA34FE3-7CAE-4885-A288-9C1308759835}" srcOrd="1" destOrd="0" presId="urn:microsoft.com/office/officeart/2008/layout/LinedList"/>
    <dgm:cxn modelId="{7C2B446F-8677-40FF-A5CD-A3AEC430A6CE}" type="presParOf" srcId="{C0E5D82D-2711-4476-A307-388F53F5BF56}" destId="{0B828A5F-C174-4058-BDB2-D400E8D1FB14}" srcOrd="2" destOrd="0" presId="urn:microsoft.com/office/officeart/2008/layout/LinedList"/>
    <dgm:cxn modelId="{2D448AE9-52A0-4EE8-8BC3-6432136C8912}" type="presParOf" srcId="{C0E5D82D-2711-4476-A307-388F53F5BF56}" destId="{B11B23EC-9B14-44EC-A2FD-9297520857D2}" srcOrd="3" destOrd="0" presId="urn:microsoft.com/office/officeart/2008/layout/LinedList"/>
    <dgm:cxn modelId="{26E3B057-786D-49EE-BAB8-95843644AAAB}" type="presParOf" srcId="{B11B23EC-9B14-44EC-A2FD-9297520857D2}" destId="{176337C9-4F47-4990-8721-9E297D39F017}" srcOrd="0" destOrd="0" presId="urn:microsoft.com/office/officeart/2008/layout/LinedList"/>
    <dgm:cxn modelId="{B02A303C-73A6-4EC9-B14C-2DA236F7FEAC}" type="presParOf" srcId="{B11B23EC-9B14-44EC-A2FD-9297520857D2}" destId="{0FDD2903-05B6-42C2-BA95-2A2B7D0293AE}" srcOrd="1" destOrd="0" presId="urn:microsoft.com/office/officeart/2008/layout/LinedList"/>
    <dgm:cxn modelId="{BAA4B88B-501F-4A80-A1D9-634CC35F69D7}" type="presParOf" srcId="{C0E5D82D-2711-4476-A307-388F53F5BF56}" destId="{916124A7-40ED-473E-9E3E-695B24BECBD3}" srcOrd="4" destOrd="0" presId="urn:microsoft.com/office/officeart/2008/layout/LinedList"/>
    <dgm:cxn modelId="{2D749B44-9896-4870-BFA3-81591DD5037A}" type="presParOf" srcId="{C0E5D82D-2711-4476-A307-388F53F5BF56}" destId="{541D2A49-F3E9-4C53-81EA-E2A92E25D518}" srcOrd="5" destOrd="0" presId="urn:microsoft.com/office/officeart/2008/layout/LinedList"/>
    <dgm:cxn modelId="{3DBCEEF8-AFC8-46D1-9540-80453241F316}" type="presParOf" srcId="{541D2A49-F3E9-4C53-81EA-E2A92E25D518}" destId="{EC1E6326-B05F-42BF-9682-F044C2A5B290}" srcOrd="0" destOrd="0" presId="urn:microsoft.com/office/officeart/2008/layout/LinedList"/>
    <dgm:cxn modelId="{B7EB2F38-F7D3-4193-8370-6A6F6D4D0424}" type="presParOf" srcId="{541D2A49-F3E9-4C53-81EA-E2A92E25D518}" destId="{BA8544F8-AD22-4B65-BE54-450DCC9953C7}" srcOrd="1" destOrd="0" presId="urn:microsoft.com/office/officeart/2008/layout/LinedList"/>
    <dgm:cxn modelId="{95AA3E2F-5268-40DC-AAE0-D0C76B4939F3}" type="presParOf" srcId="{C0E5D82D-2711-4476-A307-388F53F5BF56}" destId="{BD3BEEE2-45E1-4768-B666-B09946863530}" srcOrd="6" destOrd="0" presId="urn:microsoft.com/office/officeart/2008/layout/LinedList"/>
    <dgm:cxn modelId="{7FA39D8A-226D-4E4C-A6CF-D058057B0CF2}" type="presParOf" srcId="{C0E5D82D-2711-4476-A307-388F53F5BF56}" destId="{71E44F73-34E4-4B2C-95B8-1FBE54DEA1C1}" srcOrd="7" destOrd="0" presId="urn:microsoft.com/office/officeart/2008/layout/LinedList"/>
    <dgm:cxn modelId="{284D5F75-9BF3-4341-83F9-E748E828C3CE}" type="presParOf" srcId="{71E44F73-34E4-4B2C-95B8-1FBE54DEA1C1}" destId="{56484C50-4F19-47EA-8BF8-7CB6B70D6331}" srcOrd="0" destOrd="0" presId="urn:microsoft.com/office/officeart/2008/layout/LinedList"/>
    <dgm:cxn modelId="{3F795427-85CC-4AF1-A9EE-182E326F06A0}" type="presParOf" srcId="{71E44F73-34E4-4B2C-95B8-1FBE54DEA1C1}" destId="{848887A1-A2E4-4FAA-830A-F6B24F68F8A4}" srcOrd="1" destOrd="0" presId="urn:microsoft.com/office/officeart/2008/layout/LinedList"/>
    <dgm:cxn modelId="{DB3572AD-93ED-4313-B4DE-F3F0F6487295}" type="presParOf" srcId="{C0E5D82D-2711-4476-A307-388F53F5BF56}" destId="{1237DA1D-F58E-41C1-A266-544D62DB0D86}" srcOrd="8" destOrd="0" presId="urn:microsoft.com/office/officeart/2008/layout/LinedList"/>
    <dgm:cxn modelId="{02F7AF78-6CF8-4F0C-8C8A-62C9A83D4602}" type="presParOf" srcId="{C0E5D82D-2711-4476-A307-388F53F5BF56}" destId="{32AB3961-0077-4A2D-AD18-4B8F61CD0784}" srcOrd="9" destOrd="0" presId="urn:microsoft.com/office/officeart/2008/layout/LinedList"/>
    <dgm:cxn modelId="{53B750AA-8F09-49EB-91F0-3914C58F3F80}" type="presParOf" srcId="{32AB3961-0077-4A2D-AD18-4B8F61CD0784}" destId="{E9709DF6-EA05-4735-96EC-193304CE2960}" srcOrd="0" destOrd="0" presId="urn:microsoft.com/office/officeart/2008/layout/LinedList"/>
    <dgm:cxn modelId="{6B8BC410-A77B-4FA5-B1AD-455C8F787A77}" type="presParOf" srcId="{32AB3961-0077-4A2D-AD18-4B8F61CD0784}" destId="{F8ADC94F-7953-43D5-BF04-F465C8AC2ADD}" srcOrd="1" destOrd="0" presId="urn:microsoft.com/office/officeart/2008/layout/LinedList"/>
    <dgm:cxn modelId="{CCCD42AA-4972-4812-B009-E096D9004AB2}" type="presParOf" srcId="{C0E5D82D-2711-4476-A307-388F53F5BF56}" destId="{64FEA31E-AD61-4AFB-9B93-36D9603A3B67}" srcOrd="10" destOrd="0" presId="urn:microsoft.com/office/officeart/2008/layout/LinedList"/>
    <dgm:cxn modelId="{84E72948-9D23-432E-8D25-63EE6CEB9BB0}" type="presParOf" srcId="{C0E5D82D-2711-4476-A307-388F53F5BF56}" destId="{FA7855E9-B3BF-4C19-BFFA-ECEFC1BB029B}" srcOrd="11" destOrd="0" presId="urn:microsoft.com/office/officeart/2008/layout/LinedList"/>
    <dgm:cxn modelId="{4A377C41-F66A-4EAA-8F11-0A66829EF5BE}" type="presParOf" srcId="{FA7855E9-B3BF-4C19-BFFA-ECEFC1BB029B}" destId="{0C3C574A-10DA-4EE6-89FC-CC94393060E7}" srcOrd="0" destOrd="0" presId="urn:microsoft.com/office/officeart/2008/layout/LinedList"/>
    <dgm:cxn modelId="{9F652E34-1EBC-4E24-A574-EDBE3090C0FB}" type="presParOf" srcId="{FA7855E9-B3BF-4C19-BFFA-ECEFC1BB029B}" destId="{DB447BD8-4B49-413F-99D2-1AAA1EA25A0B}" srcOrd="1" destOrd="0" presId="urn:microsoft.com/office/officeart/2008/layout/LinedList"/>
    <dgm:cxn modelId="{1D42F51F-E4F6-40ED-8803-81E6B24DAA20}" type="presParOf" srcId="{C0E5D82D-2711-4476-A307-388F53F5BF56}" destId="{891D37B0-8D0D-49BF-81F1-C7E1B34B632A}" srcOrd="12" destOrd="0" presId="urn:microsoft.com/office/officeart/2008/layout/LinedList"/>
    <dgm:cxn modelId="{80BF41E5-C274-4E88-9706-C996C94D9100}" type="presParOf" srcId="{C0E5D82D-2711-4476-A307-388F53F5BF56}" destId="{3E019F4B-F795-4349-A19A-FE2BABB23FBA}" srcOrd="13" destOrd="0" presId="urn:microsoft.com/office/officeart/2008/layout/LinedList"/>
    <dgm:cxn modelId="{CFEB0970-EA92-4CD8-BDF0-C5D578FD370B}" type="presParOf" srcId="{3E019F4B-F795-4349-A19A-FE2BABB23FBA}" destId="{7B6F3986-9812-4073-A34A-4D68A6C7A1D2}" srcOrd="0" destOrd="0" presId="urn:microsoft.com/office/officeart/2008/layout/LinedList"/>
    <dgm:cxn modelId="{BB5B7D00-1977-45AE-8A67-80080746BE5A}" type="presParOf" srcId="{3E019F4B-F795-4349-A19A-FE2BABB23FBA}" destId="{344E7D40-7467-4029-B618-DC80D025C691}" srcOrd="1" destOrd="0" presId="urn:microsoft.com/office/officeart/2008/layout/LinedList"/>
    <dgm:cxn modelId="{6EC9324F-6DE0-46AF-B1D6-52BE361E57F6}" type="presParOf" srcId="{C0E5D82D-2711-4476-A307-388F53F5BF56}" destId="{3B872744-E962-42C5-9BA9-13E29B60E57F}" srcOrd="14" destOrd="0" presId="urn:microsoft.com/office/officeart/2008/layout/LinedList"/>
    <dgm:cxn modelId="{11E9544D-C162-44D5-9098-32A3962EAB1D}" type="presParOf" srcId="{C0E5D82D-2711-4476-A307-388F53F5BF56}" destId="{A5A1785F-7864-4DAD-A77B-630D55919582}" srcOrd="15" destOrd="0" presId="urn:microsoft.com/office/officeart/2008/layout/LinedList"/>
    <dgm:cxn modelId="{A91E438F-7AEB-4CF7-B22D-F257ACC5765D}" type="presParOf" srcId="{A5A1785F-7864-4DAD-A77B-630D55919582}" destId="{8794539C-68F3-4B9E-A9D0-E6E0B683F858}" srcOrd="0" destOrd="0" presId="urn:microsoft.com/office/officeart/2008/layout/LinedList"/>
    <dgm:cxn modelId="{559DA494-5FAF-4BAA-B588-7F87AF58E13B}" type="presParOf" srcId="{A5A1785F-7864-4DAD-A77B-630D55919582}" destId="{1C6AF340-B617-4C6F-BCE9-A9BF5EBA388B}" srcOrd="1" destOrd="0" presId="urn:microsoft.com/office/officeart/2008/layout/LinedList"/>
    <dgm:cxn modelId="{89F80270-3CD6-4ACB-8CCF-0E28626A5960}" type="presParOf" srcId="{C0E5D82D-2711-4476-A307-388F53F5BF56}" destId="{AB7A64AD-115B-4817-8B07-D7863DFBF4D3}" srcOrd="16" destOrd="0" presId="urn:microsoft.com/office/officeart/2008/layout/LinedList"/>
    <dgm:cxn modelId="{042443CF-18AD-4EFE-8608-039A510CEC88}" type="presParOf" srcId="{C0E5D82D-2711-4476-A307-388F53F5BF56}" destId="{AC6230AD-8C90-4319-BD12-F74D18ABF51A}" srcOrd="17" destOrd="0" presId="urn:microsoft.com/office/officeart/2008/layout/LinedList"/>
    <dgm:cxn modelId="{64CDBED1-ED5D-4C5F-B40D-13B86460E7D7}" type="presParOf" srcId="{AC6230AD-8C90-4319-BD12-F74D18ABF51A}" destId="{99DF9610-A318-4D46-8B51-0D635FF363CD}" srcOrd="0" destOrd="0" presId="urn:microsoft.com/office/officeart/2008/layout/LinedList"/>
    <dgm:cxn modelId="{E4C45971-D80D-464A-8A55-0A2A09B01D7C}" type="presParOf" srcId="{AC6230AD-8C90-4319-BD12-F74D18ABF51A}" destId="{B8ACC6A0-1C66-4EBD-8682-6CF5B4C6ED9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AEDE70-C1CB-4C9E-B753-440FA07282A8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998173-2CF0-438A-888D-AD1B31CD49CA}">
      <dgm:prSet/>
      <dgm:spPr/>
      <dgm:t>
        <a:bodyPr/>
        <a:lstStyle/>
        <a:p>
          <a:r>
            <a:rPr lang="en-US"/>
            <a:t>Qwen es una familia de LLM desarrollada por Alibaba Cloud.</a:t>
          </a:r>
        </a:p>
      </dgm:t>
    </dgm:pt>
    <dgm:pt modelId="{0755C215-C5C5-4289-BAA0-B9B522627F15}" type="parTrans" cxnId="{A66A24E8-8200-4D04-8BF3-2F26701E428F}">
      <dgm:prSet/>
      <dgm:spPr/>
      <dgm:t>
        <a:bodyPr/>
        <a:lstStyle/>
        <a:p>
          <a:endParaRPr lang="en-US"/>
        </a:p>
      </dgm:t>
    </dgm:pt>
    <dgm:pt modelId="{8331542B-7986-4393-A4A7-DF7CA532FCFF}" type="sibTrans" cxnId="{A66A24E8-8200-4D04-8BF3-2F26701E428F}">
      <dgm:prSet/>
      <dgm:spPr/>
      <dgm:t>
        <a:bodyPr/>
        <a:lstStyle/>
        <a:p>
          <a:endParaRPr lang="en-US"/>
        </a:p>
      </dgm:t>
    </dgm:pt>
    <dgm:pt modelId="{B0D8D820-0ADB-448B-877C-65BB3C6713FE}">
      <dgm:prSet/>
      <dgm:spPr/>
      <dgm:t>
        <a:bodyPr/>
        <a:lstStyle/>
        <a:p>
          <a:r>
            <a:rPr lang="en-US"/>
            <a:t>Características:</a:t>
          </a:r>
        </a:p>
      </dgm:t>
    </dgm:pt>
    <dgm:pt modelId="{AB3B7345-C1CB-4238-A3C0-4FF94D0588C7}" type="parTrans" cxnId="{B1C7A150-D853-498E-B693-82A6F25ABE66}">
      <dgm:prSet/>
      <dgm:spPr/>
      <dgm:t>
        <a:bodyPr/>
        <a:lstStyle/>
        <a:p>
          <a:endParaRPr lang="en-US"/>
        </a:p>
      </dgm:t>
    </dgm:pt>
    <dgm:pt modelId="{1F80D368-FCCD-4E8D-BBD1-39519B585F88}" type="sibTrans" cxnId="{B1C7A150-D853-498E-B693-82A6F25ABE66}">
      <dgm:prSet/>
      <dgm:spPr/>
      <dgm:t>
        <a:bodyPr/>
        <a:lstStyle/>
        <a:p>
          <a:endParaRPr lang="en-US"/>
        </a:p>
      </dgm:t>
    </dgm:pt>
    <dgm:pt modelId="{E9843B66-5580-427A-A002-BF3C148EB55F}">
      <dgm:prSet/>
      <dgm:spPr/>
      <dgm:t>
        <a:bodyPr/>
        <a:lstStyle/>
        <a:p>
          <a:r>
            <a:rPr lang="en-US"/>
            <a:t>- Basado en Transformer</a:t>
          </a:r>
        </a:p>
      </dgm:t>
    </dgm:pt>
    <dgm:pt modelId="{52050F75-F533-4C3C-A5B6-4A6A6471B97E}" type="parTrans" cxnId="{A02FC02B-B029-443E-8661-23AAA1B67B9B}">
      <dgm:prSet/>
      <dgm:spPr/>
      <dgm:t>
        <a:bodyPr/>
        <a:lstStyle/>
        <a:p>
          <a:endParaRPr lang="en-US"/>
        </a:p>
      </dgm:t>
    </dgm:pt>
    <dgm:pt modelId="{D5B1C7DD-8333-4C4F-A1CC-6F5C253DC186}" type="sibTrans" cxnId="{A02FC02B-B029-443E-8661-23AAA1B67B9B}">
      <dgm:prSet/>
      <dgm:spPr/>
      <dgm:t>
        <a:bodyPr/>
        <a:lstStyle/>
        <a:p>
          <a:endParaRPr lang="en-US"/>
        </a:p>
      </dgm:t>
    </dgm:pt>
    <dgm:pt modelId="{78B14858-0EB0-4333-BD15-2F6F44FDF5AD}">
      <dgm:prSet/>
      <dgm:spPr/>
      <dgm:t>
        <a:bodyPr/>
        <a:lstStyle/>
        <a:p>
          <a:r>
            <a:rPr lang="en-US"/>
            <a:t>- Varias escalas de parámetros</a:t>
          </a:r>
        </a:p>
      </dgm:t>
    </dgm:pt>
    <dgm:pt modelId="{DCFEE24F-694A-4974-96D6-4B34ED6223A4}" type="parTrans" cxnId="{638C2900-575A-4C9D-9E86-19324A1942E8}">
      <dgm:prSet/>
      <dgm:spPr/>
      <dgm:t>
        <a:bodyPr/>
        <a:lstStyle/>
        <a:p>
          <a:endParaRPr lang="en-US"/>
        </a:p>
      </dgm:t>
    </dgm:pt>
    <dgm:pt modelId="{20E7C49A-55BC-4FFB-94E7-55A681B278CF}" type="sibTrans" cxnId="{638C2900-575A-4C9D-9E86-19324A1942E8}">
      <dgm:prSet/>
      <dgm:spPr/>
      <dgm:t>
        <a:bodyPr/>
        <a:lstStyle/>
        <a:p>
          <a:endParaRPr lang="en-US"/>
        </a:p>
      </dgm:t>
    </dgm:pt>
    <dgm:pt modelId="{6FD14739-8C5C-4DF7-922A-96CED02A3452}">
      <dgm:prSet/>
      <dgm:spPr/>
      <dgm:t>
        <a:bodyPr/>
        <a:lstStyle/>
        <a:p>
          <a:r>
            <a:rPr lang="en-US"/>
            <a:t>- Modelos instruct y chat</a:t>
          </a:r>
        </a:p>
      </dgm:t>
    </dgm:pt>
    <dgm:pt modelId="{F1510F5F-D256-404F-8FBF-371C2585A743}" type="parTrans" cxnId="{61E7C5DA-4949-4F27-9C08-7C5AD634E6A8}">
      <dgm:prSet/>
      <dgm:spPr/>
      <dgm:t>
        <a:bodyPr/>
        <a:lstStyle/>
        <a:p>
          <a:endParaRPr lang="en-US"/>
        </a:p>
      </dgm:t>
    </dgm:pt>
    <dgm:pt modelId="{F7045A2B-B3AD-45EE-B1AA-39098DAB3508}" type="sibTrans" cxnId="{61E7C5DA-4949-4F27-9C08-7C5AD634E6A8}">
      <dgm:prSet/>
      <dgm:spPr/>
      <dgm:t>
        <a:bodyPr/>
        <a:lstStyle/>
        <a:p>
          <a:endParaRPr lang="en-US"/>
        </a:p>
      </dgm:t>
    </dgm:pt>
    <dgm:pt modelId="{08CB8215-CB8C-4713-BD62-D7FF7934F2B9}">
      <dgm:prSet/>
      <dgm:spPr/>
      <dgm:t>
        <a:bodyPr/>
        <a:lstStyle/>
        <a:p>
          <a:r>
            <a:rPr lang="en-US"/>
            <a:t>- Integración con HuggingFace</a:t>
          </a:r>
        </a:p>
      </dgm:t>
    </dgm:pt>
    <dgm:pt modelId="{898B628A-44D9-43AC-B6EC-BFC5FE7D5FB6}" type="parTrans" cxnId="{C4E5F5AA-5C9A-480F-9105-B33B47B053B6}">
      <dgm:prSet/>
      <dgm:spPr/>
      <dgm:t>
        <a:bodyPr/>
        <a:lstStyle/>
        <a:p>
          <a:endParaRPr lang="en-US"/>
        </a:p>
      </dgm:t>
    </dgm:pt>
    <dgm:pt modelId="{1C08BF07-3351-4F92-A681-D9AF603771AF}" type="sibTrans" cxnId="{C4E5F5AA-5C9A-480F-9105-B33B47B053B6}">
      <dgm:prSet/>
      <dgm:spPr/>
      <dgm:t>
        <a:bodyPr/>
        <a:lstStyle/>
        <a:p>
          <a:endParaRPr lang="en-US"/>
        </a:p>
      </dgm:t>
    </dgm:pt>
    <dgm:pt modelId="{1489F29A-5E64-4402-B2DA-2CDD29259E30}" type="pres">
      <dgm:prSet presAssocID="{90AEDE70-C1CB-4C9E-B753-440FA07282A8}" presName="vert0" presStyleCnt="0">
        <dgm:presLayoutVars>
          <dgm:dir/>
          <dgm:animOne val="branch"/>
          <dgm:animLvl val="lvl"/>
        </dgm:presLayoutVars>
      </dgm:prSet>
      <dgm:spPr/>
    </dgm:pt>
    <dgm:pt modelId="{9503A6E5-51C9-4EF0-9C47-9E881F419E9D}" type="pres">
      <dgm:prSet presAssocID="{5F998173-2CF0-438A-888D-AD1B31CD49CA}" presName="thickLine" presStyleLbl="alignNode1" presStyleIdx="0" presStyleCnt="6"/>
      <dgm:spPr/>
    </dgm:pt>
    <dgm:pt modelId="{CCDF8D91-1446-45D9-BBAF-3E6A2B2C019A}" type="pres">
      <dgm:prSet presAssocID="{5F998173-2CF0-438A-888D-AD1B31CD49CA}" presName="horz1" presStyleCnt="0"/>
      <dgm:spPr/>
    </dgm:pt>
    <dgm:pt modelId="{29A1D98E-A3EA-4687-AF4B-0F7F4F2DB6F3}" type="pres">
      <dgm:prSet presAssocID="{5F998173-2CF0-438A-888D-AD1B31CD49CA}" presName="tx1" presStyleLbl="revTx" presStyleIdx="0" presStyleCnt="6"/>
      <dgm:spPr/>
    </dgm:pt>
    <dgm:pt modelId="{5812E68C-5678-42A0-B08D-7D310DC19E64}" type="pres">
      <dgm:prSet presAssocID="{5F998173-2CF0-438A-888D-AD1B31CD49CA}" presName="vert1" presStyleCnt="0"/>
      <dgm:spPr/>
    </dgm:pt>
    <dgm:pt modelId="{43D91F9F-B100-47D0-AD65-002048D30150}" type="pres">
      <dgm:prSet presAssocID="{B0D8D820-0ADB-448B-877C-65BB3C6713FE}" presName="thickLine" presStyleLbl="alignNode1" presStyleIdx="1" presStyleCnt="6"/>
      <dgm:spPr/>
    </dgm:pt>
    <dgm:pt modelId="{3DD33A4B-BB43-4BE9-A815-409A51C6F614}" type="pres">
      <dgm:prSet presAssocID="{B0D8D820-0ADB-448B-877C-65BB3C6713FE}" presName="horz1" presStyleCnt="0"/>
      <dgm:spPr/>
    </dgm:pt>
    <dgm:pt modelId="{03FF2550-4BD6-475A-9550-1BD1B7422AC7}" type="pres">
      <dgm:prSet presAssocID="{B0D8D820-0ADB-448B-877C-65BB3C6713FE}" presName="tx1" presStyleLbl="revTx" presStyleIdx="1" presStyleCnt="6"/>
      <dgm:spPr/>
    </dgm:pt>
    <dgm:pt modelId="{C28DED1F-25A6-464A-9015-130DBDF6A0BA}" type="pres">
      <dgm:prSet presAssocID="{B0D8D820-0ADB-448B-877C-65BB3C6713FE}" presName="vert1" presStyleCnt="0"/>
      <dgm:spPr/>
    </dgm:pt>
    <dgm:pt modelId="{2BBA33E8-F253-473A-94A4-6E9BFD533ED4}" type="pres">
      <dgm:prSet presAssocID="{E9843B66-5580-427A-A002-BF3C148EB55F}" presName="thickLine" presStyleLbl="alignNode1" presStyleIdx="2" presStyleCnt="6"/>
      <dgm:spPr/>
    </dgm:pt>
    <dgm:pt modelId="{BA3AA2FE-B786-4BE3-B757-38D749D8F545}" type="pres">
      <dgm:prSet presAssocID="{E9843B66-5580-427A-A002-BF3C148EB55F}" presName="horz1" presStyleCnt="0"/>
      <dgm:spPr/>
    </dgm:pt>
    <dgm:pt modelId="{0B2270DD-FCEF-45E2-BCD5-A8D412896996}" type="pres">
      <dgm:prSet presAssocID="{E9843B66-5580-427A-A002-BF3C148EB55F}" presName="tx1" presStyleLbl="revTx" presStyleIdx="2" presStyleCnt="6"/>
      <dgm:spPr/>
    </dgm:pt>
    <dgm:pt modelId="{AA807548-89A1-4729-833D-6BA42C43F8BC}" type="pres">
      <dgm:prSet presAssocID="{E9843B66-5580-427A-A002-BF3C148EB55F}" presName="vert1" presStyleCnt="0"/>
      <dgm:spPr/>
    </dgm:pt>
    <dgm:pt modelId="{ECDB5029-83E8-4E2F-B1AD-CB4B43BB04EB}" type="pres">
      <dgm:prSet presAssocID="{78B14858-0EB0-4333-BD15-2F6F44FDF5AD}" presName="thickLine" presStyleLbl="alignNode1" presStyleIdx="3" presStyleCnt="6"/>
      <dgm:spPr/>
    </dgm:pt>
    <dgm:pt modelId="{77CDFD85-41BC-411C-BAE4-28AC6AD861D2}" type="pres">
      <dgm:prSet presAssocID="{78B14858-0EB0-4333-BD15-2F6F44FDF5AD}" presName="horz1" presStyleCnt="0"/>
      <dgm:spPr/>
    </dgm:pt>
    <dgm:pt modelId="{ADD9D77C-E8FA-4F2A-9B70-16A5370D7CE8}" type="pres">
      <dgm:prSet presAssocID="{78B14858-0EB0-4333-BD15-2F6F44FDF5AD}" presName="tx1" presStyleLbl="revTx" presStyleIdx="3" presStyleCnt="6"/>
      <dgm:spPr/>
    </dgm:pt>
    <dgm:pt modelId="{095F37B0-DE32-4DAC-A120-C36B75B51EF4}" type="pres">
      <dgm:prSet presAssocID="{78B14858-0EB0-4333-BD15-2F6F44FDF5AD}" presName="vert1" presStyleCnt="0"/>
      <dgm:spPr/>
    </dgm:pt>
    <dgm:pt modelId="{F96650D9-7C93-40A9-9A69-D4B0E107655A}" type="pres">
      <dgm:prSet presAssocID="{6FD14739-8C5C-4DF7-922A-96CED02A3452}" presName="thickLine" presStyleLbl="alignNode1" presStyleIdx="4" presStyleCnt="6"/>
      <dgm:spPr/>
    </dgm:pt>
    <dgm:pt modelId="{90267F97-AEE7-4864-8B69-E3847EF1AD07}" type="pres">
      <dgm:prSet presAssocID="{6FD14739-8C5C-4DF7-922A-96CED02A3452}" presName="horz1" presStyleCnt="0"/>
      <dgm:spPr/>
    </dgm:pt>
    <dgm:pt modelId="{9216D63D-8698-496D-A663-06614E6FA0DB}" type="pres">
      <dgm:prSet presAssocID="{6FD14739-8C5C-4DF7-922A-96CED02A3452}" presName="tx1" presStyleLbl="revTx" presStyleIdx="4" presStyleCnt="6"/>
      <dgm:spPr/>
    </dgm:pt>
    <dgm:pt modelId="{600D3325-1796-4D2F-801E-71D0FB14BF8F}" type="pres">
      <dgm:prSet presAssocID="{6FD14739-8C5C-4DF7-922A-96CED02A3452}" presName="vert1" presStyleCnt="0"/>
      <dgm:spPr/>
    </dgm:pt>
    <dgm:pt modelId="{B025AD99-3971-4214-8A2F-5EA5B3AD6322}" type="pres">
      <dgm:prSet presAssocID="{08CB8215-CB8C-4713-BD62-D7FF7934F2B9}" presName="thickLine" presStyleLbl="alignNode1" presStyleIdx="5" presStyleCnt="6"/>
      <dgm:spPr/>
    </dgm:pt>
    <dgm:pt modelId="{CCD6BC81-D39D-4141-822B-836146ADFE89}" type="pres">
      <dgm:prSet presAssocID="{08CB8215-CB8C-4713-BD62-D7FF7934F2B9}" presName="horz1" presStyleCnt="0"/>
      <dgm:spPr/>
    </dgm:pt>
    <dgm:pt modelId="{77517D44-159D-4971-B6B1-80C3DA353529}" type="pres">
      <dgm:prSet presAssocID="{08CB8215-CB8C-4713-BD62-D7FF7934F2B9}" presName="tx1" presStyleLbl="revTx" presStyleIdx="5" presStyleCnt="6"/>
      <dgm:spPr/>
    </dgm:pt>
    <dgm:pt modelId="{65EEB63A-1CAB-4ECE-9A74-58BE3F932662}" type="pres">
      <dgm:prSet presAssocID="{08CB8215-CB8C-4713-BD62-D7FF7934F2B9}" presName="vert1" presStyleCnt="0"/>
      <dgm:spPr/>
    </dgm:pt>
  </dgm:ptLst>
  <dgm:cxnLst>
    <dgm:cxn modelId="{638C2900-575A-4C9D-9E86-19324A1942E8}" srcId="{90AEDE70-C1CB-4C9E-B753-440FA07282A8}" destId="{78B14858-0EB0-4333-BD15-2F6F44FDF5AD}" srcOrd="3" destOrd="0" parTransId="{DCFEE24F-694A-4974-96D6-4B34ED6223A4}" sibTransId="{20E7C49A-55BC-4FFB-94E7-55A681B278CF}"/>
    <dgm:cxn modelId="{1FD1C012-3E61-462C-B9A5-F762EA1D3C3F}" type="presOf" srcId="{08CB8215-CB8C-4713-BD62-D7FF7934F2B9}" destId="{77517D44-159D-4971-B6B1-80C3DA353529}" srcOrd="0" destOrd="0" presId="urn:microsoft.com/office/officeart/2008/layout/LinedList"/>
    <dgm:cxn modelId="{A02FC02B-B029-443E-8661-23AAA1B67B9B}" srcId="{90AEDE70-C1CB-4C9E-B753-440FA07282A8}" destId="{E9843B66-5580-427A-A002-BF3C148EB55F}" srcOrd="2" destOrd="0" parTransId="{52050F75-F533-4C3C-A5B6-4A6A6471B97E}" sibTransId="{D5B1C7DD-8333-4C4F-A1CC-6F5C253DC186}"/>
    <dgm:cxn modelId="{0118E641-B7FC-44FF-B6C0-4DAE950888C7}" type="presOf" srcId="{E9843B66-5580-427A-A002-BF3C148EB55F}" destId="{0B2270DD-FCEF-45E2-BCD5-A8D412896996}" srcOrd="0" destOrd="0" presId="urn:microsoft.com/office/officeart/2008/layout/LinedList"/>
    <dgm:cxn modelId="{89527064-2E7A-49B6-8E1C-D8F39AB060A5}" type="presOf" srcId="{6FD14739-8C5C-4DF7-922A-96CED02A3452}" destId="{9216D63D-8698-496D-A663-06614E6FA0DB}" srcOrd="0" destOrd="0" presId="urn:microsoft.com/office/officeart/2008/layout/LinedList"/>
    <dgm:cxn modelId="{B1C7A150-D853-498E-B693-82A6F25ABE66}" srcId="{90AEDE70-C1CB-4C9E-B753-440FA07282A8}" destId="{B0D8D820-0ADB-448B-877C-65BB3C6713FE}" srcOrd="1" destOrd="0" parTransId="{AB3B7345-C1CB-4238-A3C0-4FF94D0588C7}" sibTransId="{1F80D368-FCCD-4E8D-BBD1-39519B585F88}"/>
    <dgm:cxn modelId="{FD18067F-DC35-479C-861D-85ED21E0A2A1}" type="presOf" srcId="{5F998173-2CF0-438A-888D-AD1B31CD49CA}" destId="{29A1D98E-A3EA-4687-AF4B-0F7F4F2DB6F3}" srcOrd="0" destOrd="0" presId="urn:microsoft.com/office/officeart/2008/layout/LinedList"/>
    <dgm:cxn modelId="{9E5D3690-FA0A-4596-83F4-9DF00F011B20}" type="presOf" srcId="{78B14858-0EB0-4333-BD15-2F6F44FDF5AD}" destId="{ADD9D77C-E8FA-4F2A-9B70-16A5370D7CE8}" srcOrd="0" destOrd="0" presId="urn:microsoft.com/office/officeart/2008/layout/LinedList"/>
    <dgm:cxn modelId="{029D54A7-65C1-4DB9-9CA2-53B6DC5BFF06}" type="presOf" srcId="{90AEDE70-C1CB-4C9E-B753-440FA07282A8}" destId="{1489F29A-5E64-4402-B2DA-2CDD29259E30}" srcOrd="0" destOrd="0" presId="urn:microsoft.com/office/officeart/2008/layout/LinedList"/>
    <dgm:cxn modelId="{C4E5F5AA-5C9A-480F-9105-B33B47B053B6}" srcId="{90AEDE70-C1CB-4C9E-B753-440FA07282A8}" destId="{08CB8215-CB8C-4713-BD62-D7FF7934F2B9}" srcOrd="5" destOrd="0" parTransId="{898B628A-44D9-43AC-B6EC-BFC5FE7D5FB6}" sibTransId="{1C08BF07-3351-4F92-A681-D9AF603771AF}"/>
    <dgm:cxn modelId="{CF1482B9-C5C8-4D84-8678-1B16678FBCD8}" type="presOf" srcId="{B0D8D820-0ADB-448B-877C-65BB3C6713FE}" destId="{03FF2550-4BD6-475A-9550-1BD1B7422AC7}" srcOrd="0" destOrd="0" presId="urn:microsoft.com/office/officeart/2008/layout/LinedList"/>
    <dgm:cxn modelId="{61E7C5DA-4949-4F27-9C08-7C5AD634E6A8}" srcId="{90AEDE70-C1CB-4C9E-B753-440FA07282A8}" destId="{6FD14739-8C5C-4DF7-922A-96CED02A3452}" srcOrd="4" destOrd="0" parTransId="{F1510F5F-D256-404F-8FBF-371C2585A743}" sibTransId="{F7045A2B-B3AD-45EE-B1AA-39098DAB3508}"/>
    <dgm:cxn modelId="{A66A24E8-8200-4D04-8BF3-2F26701E428F}" srcId="{90AEDE70-C1CB-4C9E-B753-440FA07282A8}" destId="{5F998173-2CF0-438A-888D-AD1B31CD49CA}" srcOrd="0" destOrd="0" parTransId="{0755C215-C5C5-4289-BAA0-B9B522627F15}" sibTransId="{8331542B-7986-4393-A4A7-DF7CA532FCFF}"/>
    <dgm:cxn modelId="{C85A9B28-BA72-40FD-B827-E4DCD072B64D}" type="presParOf" srcId="{1489F29A-5E64-4402-B2DA-2CDD29259E30}" destId="{9503A6E5-51C9-4EF0-9C47-9E881F419E9D}" srcOrd="0" destOrd="0" presId="urn:microsoft.com/office/officeart/2008/layout/LinedList"/>
    <dgm:cxn modelId="{D6ADC16E-017B-45A6-B4F4-6A2C61172FD1}" type="presParOf" srcId="{1489F29A-5E64-4402-B2DA-2CDD29259E30}" destId="{CCDF8D91-1446-45D9-BBAF-3E6A2B2C019A}" srcOrd="1" destOrd="0" presId="urn:microsoft.com/office/officeart/2008/layout/LinedList"/>
    <dgm:cxn modelId="{F8D8382D-B2F1-46AC-8EDF-B3CB81A1C018}" type="presParOf" srcId="{CCDF8D91-1446-45D9-BBAF-3E6A2B2C019A}" destId="{29A1D98E-A3EA-4687-AF4B-0F7F4F2DB6F3}" srcOrd="0" destOrd="0" presId="urn:microsoft.com/office/officeart/2008/layout/LinedList"/>
    <dgm:cxn modelId="{DA09AF6B-CCF8-4E31-842E-69147DABCB9E}" type="presParOf" srcId="{CCDF8D91-1446-45D9-BBAF-3E6A2B2C019A}" destId="{5812E68C-5678-42A0-B08D-7D310DC19E64}" srcOrd="1" destOrd="0" presId="urn:microsoft.com/office/officeart/2008/layout/LinedList"/>
    <dgm:cxn modelId="{736A4F5D-1040-4FF0-8652-ADA3DF3BD2EA}" type="presParOf" srcId="{1489F29A-5E64-4402-B2DA-2CDD29259E30}" destId="{43D91F9F-B100-47D0-AD65-002048D30150}" srcOrd="2" destOrd="0" presId="urn:microsoft.com/office/officeart/2008/layout/LinedList"/>
    <dgm:cxn modelId="{0F919029-971D-416C-BD8B-8AB0BD17BB53}" type="presParOf" srcId="{1489F29A-5E64-4402-B2DA-2CDD29259E30}" destId="{3DD33A4B-BB43-4BE9-A815-409A51C6F614}" srcOrd="3" destOrd="0" presId="urn:microsoft.com/office/officeart/2008/layout/LinedList"/>
    <dgm:cxn modelId="{7E3AD9B9-54D8-46D6-B8AB-A9312900BA43}" type="presParOf" srcId="{3DD33A4B-BB43-4BE9-A815-409A51C6F614}" destId="{03FF2550-4BD6-475A-9550-1BD1B7422AC7}" srcOrd="0" destOrd="0" presId="urn:microsoft.com/office/officeart/2008/layout/LinedList"/>
    <dgm:cxn modelId="{DE20B3F6-CA10-4D4D-8B87-65ADAC3BF4D9}" type="presParOf" srcId="{3DD33A4B-BB43-4BE9-A815-409A51C6F614}" destId="{C28DED1F-25A6-464A-9015-130DBDF6A0BA}" srcOrd="1" destOrd="0" presId="urn:microsoft.com/office/officeart/2008/layout/LinedList"/>
    <dgm:cxn modelId="{71FA11BE-1891-4FBC-AF29-910C84F16093}" type="presParOf" srcId="{1489F29A-5E64-4402-B2DA-2CDD29259E30}" destId="{2BBA33E8-F253-473A-94A4-6E9BFD533ED4}" srcOrd="4" destOrd="0" presId="urn:microsoft.com/office/officeart/2008/layout/LinedList"/>
    <dgm:cxn modelId="{1A05D4A6-B49E-4455-96EA-06B2D5B21988}" type="presParOf" srcId="{1489F29A-5E64-4402-B2DA-2CDD29259E30}" destId="{BA3AA2FE-B786-4BE3-B757-38D749D8F545}" srcOrd="5" destOrd="0" presId="urn:microsoft.com/office/officeart/2008/layout/LinedList"/>
    <dgm:cxn modelId="{B991577F-EC81-4156-914A-5F85AAA9F2AF}" type="presParOf" srcId="{BA3AA2FE-B786-4BE3-B757-38D749D8F545}" destId="{0B2270DD-FCEF-45E2-BCD5-A8D412896996}" srcOrd="0" destOrd="0" presId="urn:microsoft.com/office/officeart/2008/layout/LinedList"/>
    <dgm:cxn modelId="{C1590095-455C-4321-9D62-BA2B8C9E72F2}" type="presParOf" srcId="{BA3AA2FE-B786-4BE3-B757-38D749D8F545}" destId="{AA807548-89A1-4729-833D-6BA42C43F8BC}" srcOrd="1" destOrd="0" presId="urn:microsoft.com/office/officeart/2008/layout/LinedList"/>
    <dgm:cxn modelId="{2104ADDD-6021-47AB-A6F7-4193FBE5782A}" type="presParOf" srcId="{1489F29A-5E64-4402-B2DA-2CDD29259E30}" destId="{ECDB5029-83E8-4E2F-B1AD-CB4B43BB04EB}" srcOrd="6" destOrd="0" presId="urn:microsoft.com/office/officeart/2008/layout/LinedList"/>
    <dgm:cxn modelId="{77F70997-74F6-4ABE-9D5A-DE5CEF38D9F3}" type="presParOf" srcId="{1489F29A-5E64-4402-B2DA-2CDD29259E30}" destId="{77CDFD85-41BC-411C-BAE4-28AC6AD861D2}" srcOrd="7" destOrd="0" presId="urn:microsoft.com/office/officeart/2008/layout/LinedList"/>
    <dgm:cxn modelId="{076322E1-1225-4818-A6AC-B81B24D4636E}" type="presParOf" srcId="{77CDFD85-41BC-411C-BAE4-28AC6AD861D2}" destId="{ADD9D77C-E8FA-4F2A-9B70-16A5370D7CE8}" srcOrd="0" destOrd="0" presId="urn:microsoft.com/office/officeart/2008/layout/LinedList"/>
    <dgm:cxn modelId="{0BE8D59F-DC99-4883-8225-0C5DD496883E}" type="presParOf" srcId="{77CDFD85-41BC-411C-BAE4-28AC6AD861D2}" destId="{095F37B0-DE32-4DAC-A120-C36B75B51EF4}" srcOrd="1" destOrd="0" presId="urn:microsoft.com/office/officeart/2008/layout/LinedList"/>
    <dgm:cxn modelId="{5D95C22A-8E10-41C5-A436-A7EAECD26DE9}" type="presParOf" srcId="{1489F29A-5E64-4402-B2DA-2CDD29259E30}" destId="{F96650D9-7C93-40A9-9A69-D4B0E107655A}" srcOrd="8" destOrd="0" presId="urn:microsoft.com/office/officeart/2008/layout/LinedList"/>
    <dgm:cxn modelId="{936ED5E2-CB75-4EB8-96C8-5811C8053D12}" type="presParOf" srcId="{1489F29A-5E64-4402-B2DA-2CDD29259E30}" destId="{90267F97-AEE7-4864-8B69-E3847EF1AD07}" srcOrd="9" destOrd="0" presId="urn:microsoft.com/office/officeart/2008/layout/LinedList"/>
    <dgm:cxn modelId="{8BA994A9-7967-4124-9E8C-516F8E7DE94C}" type="presParOf" srcId="{90267F97-AEE7-4864-8B69-E3847EF1AD07}" destId="{9216D63D-8698-496D-A663-06614E6FA0DB}" srcOrd="0" destOrd="0" presId="urn:microsoft.com/office/officeart/2008/layout/LinedList"/>
    <dgm:cxn modelId="{3DF9C58C-8CD2-4D26-8851-C3967E1F93BF}" type="presParOf" srcId="{90267F97-AEE7-4864-8B69-E3847EF1AD07}" destId="{600D3325-1796-4D2F-801E-71D0FB14BF8F}" srcOrd="1" destOrd="0" presId="urn:microsoft.com/office/officeart/2008/layout/LinedList"/>
    <dgm:cxn modelId="{E4D7A081-466D-4193-B762-05DCAEDBFE13}" type="presParOf" srcId="{1489F29A-5E64-4402-B2DA-2CDD29259E30}" destId="{B025AD99-3971-4214-8A2F-5EA5B3AD6322}" srcOrd="10" destOrd="0" presId="urn:microsoft.com/office/officeart/2008/layout/LinedList"/>
    <dgm:cxn modelId="{F76DCB01-8EB6-44FE-8700-3D9B32310DDA}" type="presParOf" srcId="{1489F29A-5E64-4402-B2DA-2CDD29259E30}" destId="{CCD6BC81-D39D-4141-822B-836146ADFE89}" srcOrd="11" destOrd="0" presId="urn:microsoft.com/office/officeart/2008/layout/LinedList"/>
    <dgm:cxn modelId="{1F99DAA5-A9DD-4858-BE03-D3E2E84EFB06}" type="presParOf" srcId="{CCD6BC81-D39D-4141-822B-836146ADFE89}" destId="{77517D44-159D-4971-B6B1-80C3DA353529}" srcOrd="0" destOrd="0" presId="urn:microsoft.com/office/officeart/2008/layout/LinedList"/>
    <dgm:cxn modelId="{33805F3E-B9C6-42EF-A44C-05A2E2B99BF9}" type="presParOf" srcId="{CCD6BC81-D39D-4141-822B-836146ADFE89}" destId="{65EEB63A-1CAB-4ECE-9A74-58BE3F93266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E0593B-69DD-4999-B55B-F60ADE041DA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94136EC-A737-41E7-AACA-57C10A31EAC6}">
      <dgm:prSet/>
      <dgm:spPr/>
      <dgm:t>
        <a:bodyPr/>
        <a:lstStyle/>
        <a:p>
          <a:r>
            <a:rPr lang="en-US"/>
            <a:t>Proceso típico:</a:t>
          </a:r>
        </a:p>
      </dgm:t>
    </dgm:pt>
    <dgm:pt modelId="{3B758856-E6F0-4E99-A1C2-CC0A99AA4CFD}" type="parTrans" cxnId="{4E351D1D-388A-4236-9CE9-142981DF8119}">
      <dgm:prSet/>
      <dgm:spPr/>
      <dgm:t>
        <a:bodyPr/>
        <a:lstStyle/>
        <a:p>
          <a:endParaRPr lang="en-US"/>
        </a:p>
      </dgm:t>
    </dgm:pt>
    <dgm:pt modelId="{CAF99113-0E65-4202-9621-C778CCD35A41}" type="sibTrans" cxnId="{4E351D1D-388A-4236-9CE9-142981DF8119}">
      <dgm:prSet/>
      <dgm:spPr/>
      <dgm:t>
        <a:bodyPr/>
        <a:lstStyle/>
        <a:p>
          <a:endParaRPr lang="en-US"/>
        </a:p>
      </dgm:t>
    </dgm:pt>
    <dgm:pt modelId="{B36E2B62-94FF-4CA0-94F4-6402C805C1EB}">
      <dgm:prSet/>
      <dgm:spPr/>
      <dgm:t>
        <a:bodyPr/>
        <a:lstStyle/>
        <a:p>
          <a:r>
            <a:rPr lang="en-US"/>
            <a:t>1. Pre‑training con grandes corpus de texto</a:t>
          </a:r>
        </a:p>
      </dgm:t>
    </dgm:pt>
    <dgm:pt modelId="{F71112B0-39B8-4EB0-9E00-5534A6BCA9DA}" type="parTrans" cxnId="{E6E13DAF-981C-49D3-BC51-890581777F43}">
      <dgm:prSet/>
      <dgm:spPr/>
      <dgm:t>
        <a:bodyPr/>
        <a:lstStyle/>
        <a:p>
          <a:endParaRPr lang="en-US"/>
        </a:p>
      </dgm:t>
    </dgm:pt>
    <dgm:pt modelId="{1FF81BEA-2C86-4049-852F-943A0A95667F}" type="sibTrans" cxnId="{E6E13DAF-981C-49D3-BC51-890581777F43}">
      <dgm:prSet/>
      <dgm:spPr/>
      <dgm:t>
        <a:bodyPr/>
        <a:lstStyle/>
        <a:p>
          <a:endParaRPr lang="en-US"/>
        </a:p>
      </dgm:t>
    </dgm:pt>
    <dgm:pt modelId="{3F9BE06D-5F3A-4AAC-9D89-A8CC47B7728C}">
      <dgm:prSet/>
      <dgm:spPr/>
      <dgm:t>
        <a:bodyPr/>
        <a:lstStyle/>
        <a:p>
          <a:r>
            <a:rPr lang="en-US"/>
            <a:t>2. Instruction tuning</a:t>
          </a:r>
        </a:p>
      </dgm:t>
    </dgm:pt>
    <dgm:pt modelId="{2038CF0E-24A2-4B6A-99FD-FE1AE32FD705}" type="parTrans" cxnId="{7E1580AB-30EA-4F60-8ABC-9C9C8689A8AD}">
      <dgm:prSet/>
      <dgm:spPr/>
      <dgm:t>
        <a:bodyPr/>
        <a:lstStyle/>
        <a:p>
          <a:endParaRPr lang="en-US"/>
        </a:p>
      </dgm:t>
    </dgm:pt>
    <dgm:pt modelId="{81938BEA-E09E-4632-B693-0710D75F2F43}" type="sibTrans" cxnId="{7E1580AB-30EA-4F60-8ABC-9C9C8689A8AD}">
      <dgm:prSet/>
      <dgm:spPr/>
      <dgm:t>
        <a:bodyPr/>
        <a:lstStyle/>
        <a:p>
          <a:endParaRPr lang="en-US"/>
        </a:p>
      </dgm:t>
    </dgm:pt>
    <dgm:pt modelId="{CD443B1D-C4D8-4371-B687-6EE4C914ADF2}">
      <dgm:prSet/>
      <dgm:spPr/>
      <dgm:t>
        <a:bodyPr/>
        <a:lstStyle/>
        <a:p>
          <a:r>
            <a:rPr lang="en-US"/>
            <a:t>3. Optimización para tareas conversacionales</a:t>
          </a:r>
        </a:p>
      </dgm:t>
    </dgm:pt>
    <dgm:pt modelId="{7E899098-55D1-48D6-A590-B3461CBBBCF9}" type="parTrans" cxnId="{5C1BAAFB-EFEE-48C5-B5BD-F9E270A706C8}">
      <dgm:prSet/>
      <dgm:spPr/>
      <dgm:t>
        <a:bodyPr/>
        <a:lstStyle/>
        <a:p>
          <a:endParaRPr lang="en-US"/>
        </a:p>
      </dgm:t>
    </dgm:pt>
    <dgm:pt modelId="{EBF28BE2-38C3-4A5B-BD87-40615CE52F59}" type="sibTrans" cxnId="{5C1BAAFB-EFEE-48C5-B5BD-F9E270A706C8}">
      <dgm:prSet/>
      <dgm:spPr/>
      <dgm:t>
        <a:bodyPr/>
        <a:lstStyle/>
        <a:p>
          <a:endParaRPr lang="en-US"/>
        </a:p>
      </dgm:t>
    </dgm:pt>
    <dgm:pt modelId="{B6ED52B6-4DD6-4AD7-8561-92BC8CB35D83}">
      <dgm:prSet/>
      <dgm:spPr/>
      <dgm:t>
        <a:bodyPr/>
        <a:lstStyle/>
        <a:p>
          <a:r>
            <a:rPr lang="en-US"/>
            <a:t>El objetivo es aprender patrones generales del lenguaje.</a:t>
          </a:r>
        </a:p>
      </dgm:t>
    </dgm:pt>
    <dgm:pt modelId="{B3E7F57F-4348-4967-B732-63689FA309EB}" type="parTrans" cxnId="{E3B82078-39CA-4051-B8D5-536AB4A77179}">
      <dgm:prSet/>
      <dgm:spPr/>
      <dgm:t>
        <a:bodyPr/>
        <a:lstStyle/>
        <a:p>
          <a:endParaRPr lang="en-US"/>
        </a:p>
      </dgm:t>
    </dgm:pt>
    <dgm:pt modelId="{AB167EE0-B15F-43D2-B41F-9F180BE793AB}" type="sibTrans" cxnId="{E3B82078-39CA-4051-B8D5-536AB4A77179}">
      <dgm:prSet/>
      <dgm:spPr/>
      <dgm:t>
        <a:bodyPr/>
        <a:lstStyle/>
        <a:p>
          <a:endParaRPr lang="en-US"/>
        </a:p>
      </dgm:t>
    </dgm:pt>
    <dgm:pt modelId="{715EC148-81E5-4187-BDC1-2102D696D425}" type="pres">
      <dgm:prSet presAssocID="{F9E0593B-69DD-4999-B55B-F60ADE041DA0}" presName="linear" presStyleCnt="0">
        <dgm:presLayoutVars>
          <dgm:animLvl val="lvl"/>
          <dgm:resizeHandles val="exact"/>
        </dgm:presLayoutVars>
      </dgm:prSet>
      <dgm:spPr/>
    </dgm:pt>
    <dgm:pt modelId="{04AFD6FA-5748-484F-9F84-DBF95AE4E29C}" type="pres">
      <dgm:prSet presAssocID="{B94136EC-A737-41E7-AACA-57C10A31EA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F5087BF-C48E-445C-8763-6B20C50834F4}" type="pres">
      <dgm:prSet presAssocID="{CAF99113-0E65-4202-9621-C778CCD35A41}" presName="spacer" presStyleCnt="0"/>
      <dgm:spPr/>
    </dgm:pt>
    <dgm:pt modelId="{B19738E9-FACB-4D64-A5D3-03C20193AAFD}" type="pres">
      <dgm:prSet presAssocID="{B36E2B62-94FF-4CA0-94F4-6402C805C1E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A317296-F33B-41C3-945C-2AF82784D0B5}" type="pres">
      <dgm:prSet presAssocID="{1FF81BEA-2C86-4049-852F-943A0A95667F}" presName="spacer" presStyleCnt="0"/>
      <dgm:spPr/>
    </dgm:pt>
    <dgm:pt modelId="{4E8D7385-EB72-4717-BA1A-849D2CFEAFCF}" type="pres">
      <dgm:prSet presAssocID="{3F9BE06D-5F3A-4AAC-9D89-A8CC47B7728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B1AFEDD-5C3B-47BB-83A1-CF323BB77848}" type="pres">
      <dgm:prSet presAssocID="{81938BEA-E09E-4632-B693-0710D75F2F43}" presName="spacer" presStyleCnt="0"/>
      <dgm:spPr/>
    </dgm:pt>
    <dgm:pt modelId="{A4074AA1-4B99-4D4F-BEC3-24684A6DB3A8}" type="pres">
      <dgm:prSet presAssocID="{CD443B1D-C4D8-4371-B687-6EE4C914ADF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5BD650B-6260-4EAC-8155-C25AAF03425D}" type="pres">
      <dgm:prSet presAssocID="{EBF28BE2-38C3-4A5B-BD87-40615CE52F59}" presName="spacer" presStyleCnt="0"/>
      <dgm:spPr/>
    </dgm:pt>
    <dgm:pt modelId="{0FF92D77-1F68-4792-A1EA-20FC09D1D3E7}" type="pres">
      <dgm:prSet presAssocID="{B6ED52B6-4DD6-4AD7-8561-92BC8CB35D8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E351D1D-388A-4236-9CE9-142981DF8119}" srcId="{F9E0593B-69DD-4999-B55B-F60ADE041DA0}" destId="{B94136EC-A737-41E7-AACA-57C10A31EAC6}" srcOrd="0" destOrd="0" parTransId="{3B758856-E6F0-4E99-A1C2-CC0A99AA4CFD}" sibTransId="{CAF99113-0E65-4202-9621-C778CCD35A41}"/>
    <dgm:cxn modelId="{CCEC6462-C0ED-4BA9-96F9-D9465EA7E00E}" type="presOf" srcId="{B6ED52B6-4DD6-4AD7-8561-92BC8CB35D83}" destId="{0FF92D77-1F68-4792-A1EA-20FC09D1D3E7}" srcOrd="0" destOrd="0" presId="urn:microsoft.com/office/officeart/2005/8/layout/vList2"/>
    <dgm:cxn modelId="{50FF3964-C0B9-476F-AF32-3F335D1BF249}" type="presOf" srcId="{F9E0593B-69DD-4999-B55B-F60ADE041DA0}" destId="{715EC148-81E5-4187-BDC1-2102D696D425}" srcOrd="0" destOrd="0" presId="urn:microsoft.com/office/officeart/2005/8/layout/vList2"/>
    <dgm:cxn modelId="{E3B82078-39CA-4051-B8D5-536AB4A77179}" srcId="{F9E0593B-69DD-4999-B55B-F60ADE041DA0}" destId="{B6ED52B6-4DD6-4AD7-8561-92BC8CB35D83}" srcOrd="4" destOrd="0" parTransId="{B3E7F57F-4348-4967-B732-63689FA309EB}" sibTransId="{AB167EE0-B15F-43D2-B41F-9F180BE793AB}"/>
    <dgm:cxn modelId="{563C0B99-125C-42AE-8124-8093917B4F14}" type="presOf" srcId="{B36E2B62-94FF-4CA0-94F4-6402C805C1EB}" destId="{B19738E9-FACB-4D64-A5D3-03C20193AAFD}" srcOrd="0" destOrd="0" presId="urn:microsoft.com/office/officeart/2005/8/layout/vList2"/>
    <dgm:cxn modelId="{7E1580AB-30EA-4F60-8ABC-9C9C8689A8AD}" srcId="{F9E0593B-69DD-4999-B55B-F60ADE041DA0}" destId="{3F9BE06D-5F3A-4AAC-9D89-A8CC47B7728C}" srcOrd="2" destOrd="0" parTransId="{2038CF0E-24A2-4B6A-99FD-FE1AE32FD705}" sibTransId="{81938BEA-E09E-4632-B693-0710D75F2F43}"/>
    <dgm:cxn modelId="{E6E13DAF-981C-49D3-BC51-890581777F43}" srcId="{F9E0593B-69DD-4999-B55B-F60ADE041DA0}" destId="{B36E2B62-94FF-4CA0-94F4-6402C805C1EB}" srcOrd="1" destOrd="0" parTransId="{F71112B0-39B8-4EB0-9E00-5534A6BCA9DA}" sibTransId="{1FF81BEA-2C86-4049-852F-943A0A95667F}"/>
    <dgm:cxn modelId="{22684EC6-FF26-4AF0-9FFF-F65B130E4176}" type="presOf" srcId="{CD443B1D-C4D8-4371-B687-6EE4C914ADF2}" destId="{A4074AA1-4B99-4D4F-BEC3-24684A6DB3A8}" srcOrd="0" destOrd="0" presId="urn:microsoft.com/office/officeart/2005/8/layout/vList2"/>
    <dgm:cxn modelId="{226802C9-EBFE-47B4-B4D4-4897C77448B2}" type="presOf" srcId="{B94136EC-A737-41E7-AACA-57C10A31EAC6}" destId="{04AFD6FA-5748-484F-9F84-DBF95AE4E29C}" srcOrd="0" destOrd="0" presId="urn:microsoft.com/office/officeart/2005/8/layout/vList2"/>
    <dgm:cxn modelId="{5C1BAAFB-EFEE-48C5-B5BD-F9E270A706C8}" srcId="{F9E0593B-69DD-4999-B55B-F60ADE041DA0}" destId="{CD443B1D-C4D8-4371-B687-6EE4C914ADF2}" srcOrd="3" destOrd="0" parTransId="{7E899098-55D1-48D6-A590-B3461CBBBCF9}" sibTransId="{EBF28BE2-38C3-4A5B-BD87-40615CE52F59}"/>
    <dgm:cxn modelId="{A07235FD-372A-46DF-8734-C175C2377713}" type="presOf" srcId="{3F9BE06D-5F3A-4AAC-9D89-A8CC47B7728C}" destId="{4E8D7385-EB72-4717-BA1A-849D2CFEAFCF}" srcOrd="0" destOrd="0" presId="urn:microsoft.com/office/officeart/2005/8/layout/vList2"/>
    <dgm:cxn modelId="{8D6669B7-987C-40AF-8636-EB60C31160CA}" type="presParOf" srcId="{715EC148-81E5-4187-BDC1-2102D696D425}" destId="{04AFD6FA-5748-484F-9F84-DBF95AE4E29C}" srcOrd="0" destOrd="0" presId="urn:microsoft.com/office/officeart/2005/8/layout/vList2"/>
    <dgm:cxn modelId="{FFB111E8-B74B-4514-AFDC-312E080EA566}" type="presParOf" srcId="{715EC148-81E5-4187-BDC1-2102D696D425}" destId="{2F5087BF-C48E-445C-8763-6B20C50834F4}" srcOrd="1" destOrd="0" presId="urn:microsoft.com/office/officeart/2005/8/layout/vList2"/>
    <dgm:cxn modelId="{9D99193E-D1D6-45DE-81C8-12E16E4A4E62}" type="presParOf" srcId="{715EC148-81E5-4187-BDC1-2102D696D425}" destId="{B19738E9-FACB-4D64-A5D3-03C20193AAFD}" srcOrd="2" destOrd="0" presId="urn:microsoft.com/office/officeart/2005/8/layout/vList2"/>
    <dgm:cxn modelId="{23932610-2C17-455F-B55A-799C563DA8D7}" type="presParOf" srcId="{715EC148-81E5-4187-BDC1-2102D696D425}" destId="{EA317296-F33B-41C3-945C-2AF82784D0B5}" srcOrd="3" destOrd="0" presId="urn:microsoft.com/office/officeart/2005/8/layout/vList2"/>
    <dgm:cxn modelId="{6C93FC62-363C-4F03-8F06-0783A3F1E840}" type="presParOf" srcId="{715EC148-81E5-4187-BDC1-2102D696D425}" destId="{4E8D7385-EB72-4717-BA1A-849D2CFEAFCF}" srcOrd="4" destOrd="0" presId="urn:microsoft.com/office/officeart/2005/8/layout/vList2"/>
    <dgm:cxn modelId="{112B79E1-2D2B-41EB-B297-2057062AF6F7}" type="presParOf" srcId="{715EC148-81E5-4187-BDC1-2102D696D425}" destId="{4B1AFEDD-5C3B-47BB-83A1-CF323BB77848}" srcOrd="5" destOrd="0" presId="urn:microsoft.com/office/officeart/2005/8/layout/vList2"/>
    <dgm:cxn modelId="{BCA56862-6D04-4485-86B1-487CDC80032A}" type="presParOf" srcId="{715EC148-81E5-4187-BDC1-2102D696D425}" destId="{A4074AA1-4B99-4D4F-BEC3-24684A6DB3A8}" srcOrd="6" destOrd="0" presId="urn:microsoft.com/office/officeart/2005/8/layout/vList2"/>
    <dgm:cxn modelId="{F298412B-BE03-434B-B80D-D6615612DE4C}" type="presParOf" srcId="{715EC148-81E5-4187-BDC1-2102D696D425}" destId="{F5BD650B-6260-4EAC-8155-C25AAF03425D}" srcOrd="7" destOrd="0" presId="urn:microsoft.com/office/officeart/2005/8/layout/vList2"/>
    <dgm:cxn modelId="{A12489F1-2B1E-4911-B1AB-C2B9E8A72BFA}" type="presParOf" srcId="{715EC148-81E5-4187-BDC1-2102D696D425}" destId="{0FF92D77-1F68-4792-A1EA-20FC09D1D3E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A11DAC-BCDF-4FC4-8BF9-CABE3F5D3D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3A9CAE-C881-4BAC-A052-D389DC0DFB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Los Foundation Models son la base de la IA generativa moderna.</a:t>
          </a:r>
        </a:p>
      </dgm:t>
    </dgm:pt>
    <dgm:pt modelId="{5CF964C5-6416-4AE3-8FA5-4757568C1990}" type="parTrans" cxnId="{4A56BEE7-2747-4949-84B7-E3ACF18B01E0}">
      <dgm:prSet/>
      <dgm:spPr/>
      <dgm:t>
        <a:bodyPr/>
        <a:lstStyle/>
        <a:p>
          <a:endParaRPr lang="en-US"/>
        </a:p>
      </dgm:t>
    </dgm:pt>
    <dgm:pt modelId="{C0784201-A157-4771-8B59-445DEFDF1264}" type="sibTrans" cxnId="{4A56BEE7-2747-4949-84B7-E3ACF18B01E0}">
      <dgm:prSet/>
      <dgm:spPr/>
      <dgm:t>
        <a:bodyPr/>
        <a:lstStyle/>
        <a:p>
          <a:endParaRPr lang="en-US"/>
        </a:p>
      </dgm:t>
    </dgm:pt>
    <dgm:pt modelId="{410CF9CA-58FA-4D13-AE8A-6A2A25D168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Qwen representa una alternativa open‑source importante.</a:t>
          </a:r>
        </a:p>
      </dgm:t>
    </dgm:pt>
    <dgm:pt modelId="{19018E0B-A684-486D-B7C9-6A53A857EA72}" type="parTrans" cxnId="{2F06F8F0-C35F-4D6C-BA60-72485E470ECD}">
      <dgm:prSet/>
      <dgm:spPr/>
      <dgm:t>
        <a:bodyPr/>
        <a:lstStyle/>
        <a:p>
          <a:endParaRPr lang="en-US"/>
        </a:p>
      </dgm:t>
    </dgm:pt>
    <dgm:pt modelId="{79F06155-AEFD-41F4-9A13-FFF2541B5F35}" type="sibTrans" cxnId="{2F06F8F0-C35F-4D6C-BA60-72485E470ECD}">
      <dgm:prSet/>
      <dgm:spPr/>
      <dgm:t>
        <a:bodyPr/>
        <a:lstStyle/>
        <a:p>
          <a:endParaRPr lang="en-US"/>
        </a:p>
      </dgm:t>
    </dgm:pt>
    <dgm:pt modelId="{B2A09954-BB93-4D94-BE2B-56310B1F8A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Comprender su arquitectura y entrenamiento permite evaluar su potencial y limitaciones.</a:t>
          </a:r>
        </a:p>
      </dgm:t>
    </dgm:pt>
    <dgm:pt modelId="{E0C3DFB3-1705-491C-9C30-96EA43715BC5}" type="parTrans" cxnId="{EDE27E1E-FA5F-40D8-99C1-C2E983EE882B}">
      <dgm:prSet/>
      <dgm:spPr/>
      <dgm:t>
        <a:bodyPr/>
        <a:lstStyle/>
        <a:p>
          <a:endParaRPr lang="en-US"/>
        </a:p>
      </dgm:t>
    </dgm:pt>
    <dgm:pt modelId="{AF8E36EF-B189-40C2-99A4-A9059FC98FB9}" type="sibTrans" cxnId="{EDE27E1E-FA5F-40D8-99C1-C2E983EE882B}">
      <dgm:prSet/>
      <dgm:spPr/>
      <dgm:t>
        <a:bodyPr/>
        <a:lstStyle/>
        <a:p>
          <a:endParaRPr lang="en-US"/>
        </a:p>
      </dgm:t>
    </dgm:pt>
    <dgm:pt modelId="{0CD9C640-FF76-433A-B783-0B11541AF3E9}" type="pres">
      <dgm:prSet presAssocID="{52A11DAC-BCDF-4FC4-8BF9-CABE3F5D3D20}" presName="root" presStyleCnt="0">
        <dgm:presLayoutVars>
          <dgm:dir/>
          <dgm:resizeHandles val="exact"/>
        </dgm:presLayoutVars>
      </dgm:prSet>
      <dgm:spPr/>
    </dgm:pt>
    <dgm:pt modelId="{BFBD7A30-C60B-4592-BA91-973EAC8FAF59}" type="pres">
      <dgm:prSet presAssocID="{933A9CAE-C881-4BAC-A052-D389DC0DFB25}" presName="compNode" presStyleCnt="0"/>
      <dgm:spPr/>
    </dgm:pt>
    <dgm:pt modelId="{8B2B22CE-E5A4-4138-B039-F6A0BF3A9BD7}" type="pres">
      <dgm:prSet presAssocID="{933A9CAE-C881-4BAC-A052-D389DC0DFB25}" presName="bgRect" presStyleLbl="bgShp" presStyleIdx="0" presStyleCnt="3"/>
      <dgm:spPr/>
    </dgm:pt>
    <dgm:pt modelId="{CC1D4012-6726-42CB-B725-FE868C9B914F}" type="pres">
      <dgm:prSet presAssocID="{933A9CAE-C881-4BAC-A052-D389DC0DFB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4C6CFF2-2EF0-415A-AB09-7FA7DCF98956}" type="pres">
      <dgm:prSet presAssocID="{933A9CAE-C881-4BAC-A052-D389DC0DFB25}" presName="spaceRect" presStyleCnt="0"/>
      <dgm:spPr/>
    </dgm:pt>
    <dgm:pt modelId="{418925FA-8967-431E-A54D-A0ED221104FD}" type="pres">
      <dgm:prSet presAssocID="{933A9CAE-C881-4BAC-A052-D389DC0DFB25}" presName="parTx" presStyleLbl="revTx" presStyleIdx="0" presStyleCnt="3">
        <dgm:presLayoutVars>
          <dgm:chMax val="0"/>
          <dgm:chPref val="0"/>
        </dgm:presLayoutVars>
      </dgm:prSet>
      <dgm:spPr/>
    </dgm:pt>
    <dgm:pt modelId="{7D9F69EA-5D56-42B0-B1C5-60BB6FA2F5A0}" type="pres">
      <dgm:prSet presAssocID="{C0784201-A157-4771-8B59-445DEFDF1264}" presName="sibTrans" presStyleCnt="0"/>
      <dgm:spPr/>
    </dgm:pt>
    <dgm:pt modelId="{F766B966-6EF3-4C7D-AEE2-AE994B70A28B}" type="pres">
      <dgm:prSet presAssocID="{410CF9CA-58FA-4D13-AE8A-6A2A25D16847}" presName="compNode" presStyleCnt="0"/>
      <dgm:spPr/>
    </dgm:pt>
    <dgm:pt modelId="{A6A0BA78-00B9-47C6-8BF1-69E43894F97C}" type="pres">
      <dgm:prSet presAssocID="{410CF9CA-58FA-4D13-AE8A-6A2A25D16847}" presName="bgRect" presStyleLbl="bgShp" presStyleIdx="1" presStyleCnt="3"/>
      <dgm:spPr/>
    </dgm:pt>
    <dgm:pt modelId="{10DB917E-5BAD-4200-9954-2ECDAA499D5B}" type="pres">
      <dgm:prSet presAssocID="{410CF9CA-58FA-4D13-AE8A-6A2A25D168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F03C0585-9D95-4B0C-9379-7DD2A4C18067}" type="pres">
      <dgm:prSet presAssocID="{410CF9CA-58FA-4D13-AE8A-6A2A25D16847}" presName="spaceRect" presStyleCnt="0"/>
      <dgm:spPr/>
    </dgm:pt>
    <dgm:pt modelId="{DB2D751A-06A4-49BF-9E18-477B2F473B90}" type="pres">
      <dgm:prSet presAssocID="{410CF9CA-58FA-4D13-AE8A-6A2A25D16847}" presName="parTx" presStyleLbl="revTx" presStyleIdx="1" presStyleCnt="3">
        <dgm:presLayoutVars>
          <dgm:chMax val="0"/>
          <dgm:chPref val="0"/>
        </dgm:presLayoutVars>
      </dgm:prSet>
      <dgm:spPr/>
    </dgm:pt>
    <dgm:pt modelId="{D1DFA3B7-ED57-42D1-8F55-2C9E4047453F}" type="pres">
      <dgm:prSet presAssocID="{79F06155-AEFD-41F4-9A13-FFF2541B5F35}" presName="sibTrans" presStyleCnt="0"/>
      <dgm:spPr/>
    </dgm:pt>
    <dgm:pt modelId="{379B12EE-004B-4256-BE1C-ED807FB46E73}" type="pres">
      <dgm:prSet presAssocID="{B2A09954-BB93-4D94-BE2B-56310B1F8A44}" presName="compNode" presStyleCnt="0"/>
      <dgm:spPr/>
    </dgm:pt>
    <dgm:pt modelId="{D082631D-D2A3-457E-9002-C3F641BF89E5}" type="pres">
      <dgm:prSet presAssocID="{B2A09954-BB93-4D94-BE2B-56310B1F8A44}" presName="bgRect" presStyleLbl="bgShp" presStyleIdx="2" presStyleCnt="3"/>
      <dgm:spPr/>
    </dgm:pt>
    <dgm:pt modelId="{2323667B-5183-4F2B-A167-95384C361C03}" type="pres">
      <dgm:prSet presAssocID="{B2A09954-BB93-4D94-BE2B-56310B1F8A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01B068F-6656-40F2-ADF9-DAB93EB36669}" type="pres">
      <dgm:prSet presAssocID="{B2A09954-BB93-4D94-BE2B-56310B1F8A44}" presName="spaceRect" presStyleCnt="0"/>
      <dgm:spPr/>
    </dgm:pt>
    <dgm:pt modelId="{9A014E71-A68D-4941-85E1-19A3B2D71746}" type="pres">
      <dgm:prSet presAssocID="{B2A09954-BB93-4D94-BE2B-56310B1F8A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DE27E1E-FA5F-40D8-99C1-C2E983EE882B}" srcId="{52A11DAC-BCDF-4FC4-8BF9-CABE3F5D3D20}" destId="{B2A09954-BB93-4D94-BE2B-56310B1F8A44}" srcOrd="2" destOrd="0" parTransId="{E0C3DFB3-1705-491C-9C30-96EA43715BC5}" sibTransId="{AF8E36EF-B189-40C2-99A4-A9059FC98FB9}"/>
    <dgm:cxn modelId="{BAFD832F-A684-450C-9F30-F19B57B47ACB}" type="presOf" srcId="{410CF9CA-58FA-4D13-AE8A-6A2A25D16847}" destId="{DB2D751A-06A4-49BF-9E18-477B2F473B90}" srcOrd="0" destOrd="0" presId="urn:microsoft.com/office/officeart/2018/2/layout/IconVerticalSolidList"/>
    <dgm:cxn modelId="{5C50E450-9C8C-4855-9957-E0FC085C582E}" type="presOf" srcId="{933A9CAE-C881-4BAC-A052-D389DC0DFB25}" destId="{418925FA-8967-431E-A54D-A0ED221104FD}" srcOrd="0" destOrd="0" presId="urn:microsoft.com/office/officeart/2018/2/layout/IconVerticalSolidList"/>
    <dgm:cxn modelId="{231509AE-04BB-4E24-90EC-71406AFA6C62}" type="presOf" srcId="{52A11DAC-BCDF-4FC4-8BF9-CABE3F5D3D20}" destId="{0CD9C640-FF76-433A-B783-0B11541AF3E9}" srcOrd="0" destOrd="0" presId="urn:microsoft.com/office/officeart/2018/2/layout/IconVerticalSolidList"/>
    <dgm:cxn modelId="{F0972DE2-281C-4A71-B394-792E068AD1D0}" type="presOf" srcId="{B2A09954-BB93-4D94-BE2B-56310B1F8A44}" destId="{9A014E71-A68D-4941-85E1-19A3B2D71746}" srcOrd="0" destOrd="0" presId="urn:microsoft.com/office/officeart/2018/2/layout/IconVerticalSolidList"/>
    <dgm:cxn modelId="{4A56BEE7-2747-4949-84B7-E3ACF18B01E0}" srcId="{52A11DAC-BCDF-4FC4-8BF9-CABE3F5D3D20}" destId="{933A9CAE-C881-4BAC-A052-D389DC0DFB25}" srcOrd="0" destOrd="0" parTransId="{5CF964C5-6416-4AE3-8FA5-4757568C1990}" sibTransId="{C0784201-A157-4771-8B59-445DEFDF1264}"/>
    <dgm:cxn modelId="{2F06F8F0-C35F-4D6C-BA60-72485E470ECD}" srcId="{52A11DAC-BCDF-4FC4-8BF9-CABE3F5D3D20}" destId="{410CF9CA-58FA-4D13-AE8A-6A2A25D16847}" srcOrd="1" destOrd="0" parTransId="{19018E0B-A684-486D-B7C9-6A53A857EA72}" sibTransId="{79F06155-AEFD-41F4-9A13-FFF2541B5F35}"/>
    <dgm:cxn modelId="{24F0B9AF-C118-4B66-BFAA-39049D4CC85E}" type="presParOf" srcId="{0CD9C640-FF76-433A-B783-0B11541AF3E9}" destId="{BFBD7A30-C60B-4592-BA91-973EAC8FAF59}" srcOrd="0" destOrd="0" presId="urn:microsoft.com/office/officeart/2018/2/layout/IconVerticalSolidList"/>
    <dgm:cxn modelId="{9ED50DB8-F884-44B0-ABB4-D6E680F5C1EC}" type="presParOf" srcId="{BFBD7A30-C60B-4592-BA91-973EAC8FAF59}" destId="{8B2B22CE-E5A4-4138-B039-F6A0BF3A9BD7}" srcOrd="0" destOrd="0" presId="urn:microsoft.com/office/officeart/2018/2/layout/IconVerticalSolidList"/>
    <dgm:cxn modelId="{8FDFBEEE-B2BF-4FD9-ADA6-69C4AC5C689C}" type="presParOf" srcId="{BFBD7A30-C60B-4592-BA91-973EAC8FAF59}" destId="{CC1D4012-6726-42CB-B725-FE868C9B914F}" srcOrd="1" destOrd="0" presId="urn:microsoft.com/office/officeart/2018/2/layout/IconVerticalSolidList"/>
    <dgm:cxn modelId="{674F014D-D716-40B8-AC82-FFA02C227189}" type="presParOf" srcId="{BFBD7A30-C60B-4592-BA91-973EAC8FAF59}" destId="{74C6CFF2-2EF0-415A-AB09-7FA7DCF98956}" srcOrd="2" destOrd="0" presId="urn:microsoft.com/office/officeart/2018/2/layout/IconVerticalSolidList"/>
    <dgm:cxn modelId="{9581F524-A69E-4A51-93F9-7DA7A8F3C0E5}" type="presParOf" srcId="{BFBD7A30-C60B-4592-BA91-973EAC8FAF59}" destId="{418925FA-8967-431E-A54D-A0ED221104FD}" srcOrd="3" destOrd="0" presId="urn:microsoft.com/office/officeart/2018/2/layout/IconVerticalSolidList"/>
    <dgm:cxn modelId="{2D4D038C-D1B4-436E-805F-9E859347221F}" type="presParOf" srcId="{0CD9C640-FF76-433A-B783-0B11541AF3E9}" destId="{7D9F69EA-5D56-42B0-B1C5-60BB6FA2F5A0}" srcOrd="1" destOrd="0" presId="urn:microsoft.com/office/officeart/2018/2/layout/IconVerticalSolidList"/>
    <dgm:cxn modelId="{B0A68CD3-1631-447E-97E1-389278C0496F}" type="presParOf" srcId="{0CD9C640-FF76-433A-B783-0B11541AF3E9}" destId="{F766B966-6EF3-4C7D-AEE2-AE994B70A28B}" srcOrd="2" destOrd="0" presId="urn:microsoft.com/office/officeart/2018/2/layout/IconVerticalSolidList"/>
    <dgm:cxn modelId="{18C15CC8-ED37-4F81-BA5E-FDB68FE51297}" type="presParOf" srcId="{F766B966-6EF3-4C7D-AEE2-AE994B70A28B}" destId="{A6A0BA78-00B9-47C6-8BF1-69E43894F97C}" srcOrd="0" destOrd="0" presId="urn:microsoft.com/office/officeart/2018/2/layout/IconVerticalSolidList"/>
    <dgm:cxn modelId="{3AF38213-CEBB-4E0D-9200-360EED7822FC}" type="presParOf" srcId="{F766B966-6EF3-4C7D-AEE2-AE994B70A28B}" destId="{10DB917E-5BAD-4200-9954-2ECDAA499D5B}" srcOrd="1" destOrd="0" presId="urn:microsoft.com/office/officeart/2018/2/layout/IconVerticalSolidList"/>
    <dgm:cxn modelId="{6EC85125-1BBD-4EA9-9AD0-DCE792923A76}" type="presParOf" srcId="{F766B966-6EF3-4C7D-AEE2-AE994B70A28B}" destId="{F03C0585-9D95-4B0C-9379-7DD2A4C18067}" srcOrd="2" destOrd="0" presId="urn:microsoft.com/office/officeart/2018/2/layout/IconVerticalSolidList"/>
    <dgm:cxn modelId="{DE95B0FD-9B5B-4486-B25A-1299721F84FF}" type="presParOf" srcId="{F766B966-6EF3-4C7D-AEE2-AE994B70A28B}" destId="{DB2D751A-06A4-49BF-9E18-477B2F473B90}" srcOrd="3" destOrd="0" presId="urn:microsoft.com/office/officeart/2018/2/layout/IconVerticalSolidList"/>
    <dgm:cxn modelId="{4312A9C6-6030-4418-A259-F9898D8C5280}" type="presParOf" srcId="{0CD9C640-FF76-433A-B783-0B11541AF3E9}" destId="{D1DFA3B7-ED57-42D1-8F55-2C9E4047453F}" srcOrd="3" destOrd="0" presId="urn:microsoft.com/office/officeart/2018/2/layout/IconVerticalSolidList"/>
    <dgm:cxn modelId="{10C7DA4E-C49E-4AFE-BA75-2C27CA317634}" type="presParOf" srcId="{0CD9C640-FF76-433A-B783-0B11541AF3E9}" destId="{379B12EE-004B-4256-BE1C-ED807FB46E73}" srcOrd="4" destOrd="0" presId="urn:microsoft.com/office/officeart/2018/2/layout/IconVerticalSolidList"/>
    <dgm:cxn modelId="{566A3FD0-F1E0-4A5F-B31F-9EAC4335DF53}" type="presParOf" srcId="{379B12EE-004B-4256-BE1C-ED807FB46E73}" destId="{D082631D-D2A3-457E-9002-C3F641BF89E5}" srcOrd="0" destOrd="0" presId="urn:microsoft.com/office/officeart/2018/2/layout/IconVerticalSolidList"/>
    <dgm:cxn modelId="{816B8C85-540D-4D22-B788-58E42F0CB585}" type="presParOf" srcId="{379B12EE-004B-4256-BE1C-ED807FB46E73}" destId="{2323667B-5183-4F2B-A167-95384C361C03}" srcOrd="1" destOrd="0" presId="urn:microsoft.com/office/officeart/2018/2/layout/IconVerticalSolidList"/>
    <dgm:cxn modelId="{51965C87-6FBB-4AF9-ABC5-B9C14FA80586}" type="presParOf" srcId="{379B12EE-004B-4256-BE1C-ED807FB46E73}" destId="{801B068F-6656-40F2-ADF9-DAB93EB36669}" srcOrd="2" destOrd="0" presId="urn:microsoft.com/office/officeart/2018/2/layout/IconVerticalSolidList"/>
    <dgm:cxn modelId="{C515DB53-D8D9-4E38-929F-996669A6170D}" type="presParOf" srcId="{379B12EE-004B-4256-BE1C-ED807FB46E73}" destId="{9A014E71-A68D-4941-85E1-19A3B2D717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2331B-22A9-40BC-BE53-8A621C811994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AB1E7-8B79-43A5-9C45-383B766B34CC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FB517-0C03-4F83-9CC6-0188659744D4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Tema: Foundation Models en IA Generativa</a:t>
          </a:r>
        </a:p>
      </dsp:txBody>
      <dsp:txXfrm>
        <a:off x="1939533" y="717"/>
        <a:ext cx="2786667" cy="1679249"/>
      </dsp:txXfrm>
    </dsp:sp>
    <dsp:sp modelId="{70B741BC-4123-4075-8697-5211B8C03C3C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69426-ABFC-4067-8DE1-524BB8C5100F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BEE09-97FE-4572-9E30-1E21B35BA9E2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Modelo elegido: Qwen</a:t>
          </a:r>
        </a:p>
      </dsp:txBody>
      <dsp:txXfrm>
        <a:off x="1939533" y="2099779"/>
        <a:ext cx="2786667" cy="1679249"/>
      </dsp:txXfrm>
    </dsp:sp>
    <dsp:sp modelId="{878E4158-B984-41E0-92E5-8B5B4FB4D40C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D71185-3820-46FC-A273-71C618B20035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D94DE-DA0F-4628-BF36-27673E54EE0D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Curso: IA Generativa</a:t>
          </a:r>
        </a:p>
      </dsp:txBody>
      <dsp:txXfrm>
        <a:off x="1939533" y="4198841"/>
        <a:ext cx="27866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326E3-DEB4-4482-85D2-AE6FD50E36AE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8B893-0DFB-40E7-A73D-5EF8483837B1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Modelo de gran escala entrenado con grandes volúmenes de datos.</a:t>
          </a:r>
        </a:p>
      </dsp:txBody>
      <dsp:txXfrm>
        <a:off x="0" y="2870"/>
        <a:ext cx="4726201" cy="978844"/>
      </dsp:txXfrm>
    </dsp:sp>
    <dsp:sp modelId="{FF8283FD-1692-4FA6-98D9-F383B1B228E1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BEA4C-77F3-4D95-9592-45B73051890D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Características:</a:t>
          </a:r>
        </a:p>
      </dsp:txBody>
      <dsp:txXfrm>
        <a:off x="0" y="981715"/>
        <a:ext cx="4726201" cy="978844"/>
      </dsp:txXfrm>
    </dsp:sp>
    <dsp:sp modelId="{D548D65F-5686-4345-9A43-B2AB57E77B83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B0CCA-551D-4C34-935E-D59D4E21DB43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Arquitectura Transformer</a:t>
          </a:r>
        </a:p>
      </dsp:txBody>
      <dsp:txXfrm>
        <a:off x="0" y="1960559"/>
        <a:ext cx="4726201" cy="978844"/>
      </dsp:txXfrm>
    </dsp:sp>
    <dsp:sp modelId="{942D4C43-A245-4C0D-AE1E-43AF4C37B16A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3D3CC-0DC4-4A84-9D3A-ED939D7DF101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Entrenamiento con grandes datasets</a:t>
          </a:r>
        </a:p>
      </dsp:txBody>
      <dsp:txXfrm>
        <a:off x="0" y="2939404"/>
        <a:ext cx="4726201" cy="978844"/>
      </dsp:txXfrm>
    </dsp:sp>
    <dsp:sp modelId="{EA35B4E5-918F-4895-AEF4-FE15C9CDF171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85B6B-98FF-4009-9AD1-7B2473CF1FDD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Generalización a múltiples tareas</a:t>
          </a:r>
        </a:p>
      </dsp:txBody>
      <dsp:txXfrm>
        <a:off x="0" y="3918249"/>
        <a:ext cx="4726201" cy="978844"/>
      </dsp:txXfrm>
    </dsp:sp>
    <dsp:sp modelId="{5AC3222F-2A3E-4B53-A2C3-20EF8925B3CB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67592-5211-4FDE-9CD1-575E8DB0D335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Adaptación mediante prompting o fine‑tuning</a:t>
          </a:r>
        </a:p>
      </dsp:txBody>
      <dsp:txXfrm>
        <a:off x="0" y="4897093"/>
        <a:ext cx="4726201" cy="978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8FCF2-D416-467A-9F99-E3BD279990D6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9D467-366F-4DDD-B779-04C46E88D68F}">
      <dsp:nvSpPr>
        <dsp:cNvPr id="0" name=""/>
        <dsp:cNvSpPr/>
      </dsp:nvSpPr>
      <dsp:spPr>
        <a:xfrm>
          <a:off x="0" y="717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Ejemplos relevantes:</a:t>
          </a:r>
        </a:p>
      </dsp:txBody>
      <dsp:txXfrm>
        <a:off x="0" y="717"/>
        <a:ext cx="4726201" cy="653041"/>
      </dsp:txXfrm>
    </dsp:sp>
    <dsp:sp modelId="{0B828A5F-C174-4058-BDB2-D400E8D1FB14}">
      <dsp:nvSpPr>
        <dsp:cNvPr id="0" name=""/>
        <dsp:cNvSpPr/>
      </dsp:nvSpPr>
      <dsp:spPr>
        <a:xfrm>
          <a:off x="0" y="653759"/>
          <a:ext cx="4726201" cy="0"/>
        </a:xfrm>
        <a:prstGeom prst="line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accent2">
              <a:hueOff val="585190"/>
              <a:satOff val="-730"/>
              <a:lumOff val="1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337C9-4F47-4990-8721-9E297D39F017}">
      <dsp:nvSpPr>
        <dsp:cNvPr id="0" name=""/>
        <dsp:cNvSpPr/>
      </dsp:nvSpPr>
      <dsp:spPr>
        <a:xfrm>
          <a:off x="0" y="653759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GPT (OpenAI)</a:t>
          </a:r>
        </a:p>
      </dsp:txBody>
      <dsp:txXfrm>
        <a:off x="0" y="653759"/>
        <a:ext cx="4726201" cy="653041"/>
      </dsp:txXfrm>
    </dsp:sp>
    <dsp:sp modelId="{916124A7-40ED-473E-9E3E-695B24BECBD3}">
      <dsp:nvSpPr>
        <dsp:cNvPr id="0" name=""/>
        <dsp:cNvSpPr/>
      </dsp:nvSpPr>
      <dsp:spPr>
        <a:xfrm>
          <a:off x="0" y="1306800"/>
          <a:ext cx="4726201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E6326-B05F-42BF-9682-F044C2A5B290}">
      <dsp:nvSpPr>
        <dsp:cNvPr id="0" name=""/>
        <dsp:cNvSpPr/>
      </dsp:nvSpPr>
      <dsp:spPr>
        <a:xfrm>
          <a:off x="0" y="1306800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LLaMA (Meta)</a:t>
          </a:r>
        </a:p>
      </dsp:txBody>
      <dsp:txXfrm>
        <a:off x="0" y="1306800"/>
        <a:ext cx="4726201" cy="653041"/>
      </dsp:txXfrm>
    </dsp:sp>
    <dsp:sp modelId="{BD3BEEE2-45E1-4768-B666-B09946863530}">
      <dsp:nvSpPr>
        <dsp:cNvPr id="0" name=""/>
        <dsp:cNvSpPr/>
      </dsp:nvSpPr>
      <dsp:spPr>
        <a:xfrm>
          <a:off x="0" y="1959842"/>
          <a:ext cx="4726201" cy="0"/>
        </a:xfrm>
        <a:prstGeom prst="line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accent2">
              <a:hueOff val="1755570"/>
              <a:satOff val="-2190"/>
              <a:lumOff val="5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84C50-4F19-47EA-8BF8-7CB6B70D6331}">
      <dsp:nvSpPr>
        <dsp:cNvPr id="0" name=""/>
        <dsp:cNvSpPr/>
      </dsp:nvSpPr>
      <dsp:spPr>
        <a:xfrm>
          <a:off x="0" y="1959842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Gemini / PaLM (Google)</a:t>
          </a:r>
        </a:p>
      </dsp:txBody>
      <dsp:txXfrm>
        <a:off x="0" y="1959842"/>
        <a:ext cx="4726201" cy="653041"/>
      </dsp:txXfrm>
    </dsp:sp>
    <dsp:sp modelId="{1237DA1D-F58E-41C1-A266-544D62DB0D86}">
      <dsp:nvSpPr>
        <dsp:cNvPr id="0" name=""/>
        <dsp:cNvSpPr/>
      </dsp:nvSpPr>
      <dsp:spPr>
        <a:xfrm>
          <a:off x="0" y="2612883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09DF6-EA05-4735-96EC-193304CE2960}">
      <dsp:nvSpPr>
        <dsp:cNvPr id="0" name=""/>
        <dsp:cNvSpPr/>
      </dsp:nvSpPr>
      <dsp:spPr>
        <a:xfrm>
          <a:off x="0" y="2612883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Claude (Anthropic)</a:t>
          </a:r>
        </a:p>
      </dsp:txBody>
      <dsp:txXfrm>
        <a:off x="0" y="2612883"/>
        <a:ext cx="4726201" cy="653041"/>
      </dsp:txXfrm>
    </dsp:sp>
    <dsp:sp modelId="{64FEA31E-AD61-4AFB-9B93-36D9603A3B67}">
      <dsp:nvSpPr>
        <dsp:cNvPr id="0" name=""/>
        <dsp:cNvSpPr/>
      </dsp:nvSpPr>
      <dsp:spPr>
        <a:xfrm>
          <a:off x="0" y="3265925"/>
          <a:ext cx="4726201" cy="0"/>
        </a:xfrm>
        <a:prstGeom prst="line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accent2">
              <a:hueOff val="2925949"/>
              <a:satOff val="-3649"/>
              <a:lumOff val="8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C574A-10DA-4EE6-89FC-CC94393060E7}">
      <dsp:nvSpPr>
        <dsp:cNvPr id="0" name=""/>
        <dsp:cNvSpPr/>
      </dsp:nvSpPr>
      <dsp:spPr>
        <a:xfrm>
          <a:off x="0" y="3265925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Mistral / Mixtral</a:t>
          </a:r>
        </a:p>
      </dsp:txBody>
      <dsp:txXfrm>
        <a:off x="0" y="3265925"/>
        <a:ext cx="4726201" cy="653041"/>
      </dsp:txXfrm>
    </dsp:sp>
    <dsp:sp modelId="{891D37B0-8D0D-49BF-81F1-C7E1B34B632A}">
      <dsp:nvSpPr>
        <dsp:cNvPr id="0" name=""/>
        <dsp:cNvSpPr/>
      </dsp:nvSpPr>
      <dsp:spPr>
        <a:xfrm>
          <a:off x="0" y="3918966"/>
          <a:ext cx="4726201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F3986-9812-4073-A34A-4D68A6C7A1D2}">
      <dsp:nvSpPr>
        <dsp:cNvPr id="0" name=""/>
        <dsp:cNvSpPr/>
      </dsp:nvSpPr>
      <dsp:spPr>
        <a:xfrm>
          <a:off x="0" y="3918966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Falcon</a:t>
          </a:r>
        </a:p>
      </dsp:txBody>
      <dsp:txXfrm>
        <a:off x="0" y="3918966"/>
        <a:ext cx="4726201" cy="653041"/>
      </dsp:txXfrm>
    </dsp:sp>
    <dsp:sp modelId="{3B872744-E962-42C5-9BA9-13E29B60E57F}">
      <dsp:nvSpPr>
        <dsp:cNvPr id="0" name=""/>
        <dsp:cNvSpPr/>
      </dsp:nvSpPr>
      <dsp:spPr>
        <a:xfrm>
          <a:off x="0" y="4572008"/>
          <a:ext cx="4726201" cy="0"/>
        </a:xfrm>
        <a:prstGeom prst="line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accent2">
              <a:hueOff val="4096329"/>
              <a:satOff val="-5109"/>
              <a:lumOff val="12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4539C-68F3-4B9E-A9D0-E6E0B683F858}">
      <dsp:nvSpPr>
        <dsp:cNvPr id="0" name=""/>
        <dsp:cNvSpPr/>
      </dsp:nvSpPr>
      <dsp:spPr>
        <a:xfrm>
          <a:off x="0" y="4572008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BLOOM</a:t>
          </a:r>
        </a:p>
      </dsp:txBody>
      <dsp:txXfrm>
        <a:off x="0" y="4572008"/>
        <a:ext cx="4726201" cy="653041"/>
      </dsp:txXfrm>
    </dsp:sp>
    <dsp:sp modelId="{AB7A64AD-115B-4817-8B07-D7863DFBF4D3}">
      <dsp:nvSpPr>
        <dsp:cNvPr id="0" name=""/>
        <dsp:cNvSpPr/>
      </dsp:nvSpPr>
      <dsp:spPr>
        <a:xfrm>
          <a:off x="0" y="5225049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F9610-A318-4D46-8B51-0D635FF363CD}">
      <dsp:nvSpPr>
        <dsp:cNvPr id="0" name=""/>
        <dsp:cNvSpPr/>
      </dsp:nvSpPr>
      <dsp:spPr>
        <a:xfrm>
          <a:off x="0" y="5225049"/>
          <a:ext cx="4726201" cy="65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Qwen (Alibaba)</a:t>
          </a:r>
        </a:p>
      </dsp:txBody>
      <dsp:txXfrm>
        <a:off x="0" y="5225049"/>
        <a:ext cx="4726201" cy="6530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3A6E5-51C9-4EF0-9C47-9E881F419E9D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A1D98E-A3EA-4687-AF4B-0F7F4F2DB6F3}">
      <dsp:nvSpPr>
        <dsp:cNvPr id="0" name=""/>
        <dsp:cNvSpPr/>
      </dsp:nvSpPr>
      <dsp:spPr>
        <a:xfrm>
          <a:off x="0" y="1913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Qwen es una familia de LLM desarrollada por Alibaba Cloud.</a:t>
          </a:r>
        </a:p>
      </dsp:txBody>
      <dsp:txXfrm>
        <a:off x="0" y="1913"/>
        <a:ext cx="3993357" cy="652618"/>
      </dsp:txXfrm>
    </dsp:sp>
    <dsp:sp modelId="{43D91F9F-B100-47D0-AD65-002048D30150}">
      <dsp:nvSpPr>
        <dsp:cNvPr id="0" name=""/>
        <dsp:cNvSpPr/>
      </dsp:nvSpPr>
      <dsp:spPr>
        <a:xfrm>
          <a:off x="0" y="654532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FF2550-4BD6-475A-9550-1BD1B7422AC7}">
      <dsp:nvSpPr>
        <dsp:cNvPr id="0" name=""/>
        <dsp:cNvSpPr/>
      </dsp:nvSpPr>
      <dsp:spPr>
        <a:xfrm>
          <a:off x="0" y="654532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Características:</a:t>
          </a:r>
        </a:p>
      </dsp:txBody>
      <dsp:txXfrm>
        <a:off x="0" y="654532"/>
        <a:ext cx="3993357" cy="652618"/>
      </dsp:txXfrm>
    </dsp:sp>
    <dsp:sp modelId="{2BBA33E8-F253-473A-94A4-6E9BFD533ED4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2270DD-FCEF-45E2-BCD5-A8D412896996}">
      <dsp:nvSpPr>
        <dsp:cNvPr id="0" name=""/>
        <dsp:cNvSpPr/>
      </dsp:nvSpPr>
      <dsp:spPr>
        <a:xfrm>
          <a:off x="0" y="1307150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Basado en Transformer</a:t>
          </a:r>
        </a:p>
      </dsp:txBody>
      <dsp:txXfrm>
        <a:off x="0" y="1307150"/>
        <a:ext cx="3993357" cy="652618"/>
      </dsp:txXfrm>
    </dsp:sp>
    <dsp:sp modelId="{ECDB5029-83E8-4E2F-B1AD-CB4B43BB04EB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D9D77C-E8FA-4F2A-9B70-16A5370D7CE8}">
      <dsp:nvSpPr>
        <dsp:cNvPr id="0" name=""/>
        <dsp:cNvSpPr/>
      </dsp:nvSpPr>
      <dsp:spPr>
        <a:xfrm>
          <a:off x="0" y="1959768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Varias escalas de parámetros</a:t>
          </a:r>
        </a:p>
      </dsp:txBody>
      <dsp:txXfrm>
        <a:off x="0" y="1959768"/>
        <a:ext cx="3993357" cy="652618"/>
      </dsp:txXfrm>
    </dsp:sp>
    <dsp:sp modelId="{F96650D9-7C93-40A9-9A69-D4B0E107655A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216D63D-8698-496D-A663-06614E6FA0DB}">
      <dsp:nvSpPr>
        <dsp:cNvPr id="0" name=""/>
        <dsp:cNvSpPr/>
      </dsp:nvSpPr>
      <dsp:spPr>
        <a:xfrm>
          <a:off x="0" y="2612387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Modelos instruct y chat</a:t>
          </a:r>
        </a:p>
      </dsp:txBody>
      <dsp:txXfrm>
        <a:off x="0" y="2612387"/>
        <a:ext cx="3993357" cy="652618"/>
      </dsp:txXfrm>
    </dsp:sp>
    <dsp:sp modelId="{B025AD99-3971-4214-8A2F-5EA5B3AD6322}">
      <dsp:nvSpPr>
        <dsp:cNvPr id="0" name=""/>
        <dsp:cNvSpPr/>
      </dsp:nvSpPr>
      <dsp:spPr>
        <a:xfrm>
          <a:off x="0" y="3265005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517D44-159D-4971-B6B1-80C3DA353529}">
      <dsp:nvSpPr>
        <dsp:cNvPr id="0" name=""/>
        <dsp:cNvSpPr/>
      </dsp:nvSpPr>
      <dsp:spPr>
        <a:xfrm>
          <a:off x="0" y="3265005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Integración con HuggingFace</a:t>
          </a:r>
        </a:p>
      </dsp:txBody>
      <dsp:txXfrm>
        <a:off x="0" y="3265005"/>
        <a:ext cx="3993357" cy="6526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FD6FA-5748-484F-9F84-DBF95AE4E29C}">
      <dsp:nvSpPr>
        <dsp:cNvPr id="0" name=""/>
        <dsp:cNvSpPr/>
      </dsp:nvSpPr>
      <dsp:spPr>
        <a:xfrm>
          <a:off x="0" y="26882"/>
          <a:ext cx="4638115" cy="9136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Proceso típico:</a:t>
          </a:r>
        </a:p>
      </dsp:txBody>
      <dsp:txXfrm>
        <a:off x="44602" y="71484"/>
        <a:ext cx="4548911" cy="824474"/>
      </dsp:txXfrm>
    </dsp:sp>
    <dsp:sp modelId="{B19738E9-FACB-4D64-A5D3-03C20193AAFD}">
      <dsp:nvSpPr>
        <dsp:cNvPr id="0" name=""/>
        <dsp:cNvSpPr/>
      </dsp:nvSpPr>
      <dsp:spPr>
        <a:xfrm>
          <a:off x="0" y="1006800"/>
          <a:ext cx="4638115" cy="913678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Pre‑training con grandes corpus de texto</a:t>
          </a:r>
        </a:p>
      </dsp:txBody>
      <dsp:txXfrm>
        <a:off x="44602" y="1051402"/>
        <a:ext cx="4548911" cy="824474"/>
      </dsp:txXfrm>
    </dsp:sp>
    <dsp:sp modelId="{4E8D7385-EB72-4717-BA1A-849D2CFEAFCF}">
      <dsp:nvSpPr>
        <dsp:cNvPr id="0" name=""/>
        <dsp:cNvSpPr/>
      </dsp:nvSpPr>
      <dsp:spPr>
        <a:xfrm>
          <a:off x="0" y="1986719"/>
          <a:ext cx="4638115" cy="91367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Instruction tuning</a:t>
          </a:r>
        </a:p>
      </dsp:txBody>
      <dsp:txXfrm>
        <a:off x="44602" y="2031321"/>
        <a:ext cx="4548911" cy="824474"/>
      </dsp:txXfrm>
    </dsp:sp>
    <dsp:sp modelId="{A4074AA1-4B99-4D4F-BEC3-24684A6DB3A8}">
      <dsp:nvSpPr>
        <dsp:cNvPr id="0" name=""/>
        <dsp:cNvSpPr/>
      </dsp:nvSpPr>
      <dsp:spPr>
        <a:xfrm>
          <a:off x="0" y="2966637"/>
          <a:ext cx="4638115" cy="913678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Optimización para tareas conversacionales</a:t>
          </a:r>
        </a:p>
      </dsp:txBody>
      <dsp:txXfrm>
        <a:off x="44602" y="3011239"/>
        <a:ext cx="4548911" cy="824474"/>
      </dsp:txXfrm>
    </dsp:sp>
    <dsp:sp modelId="{0FF92D77-1F68-4792-A1EA-20FC09D1D3E7}">
      <dsp:nvSpPr>
        <dsp:cNvPr id="0" name=""/>
        <dsp:cNvSpPr/>
      </dsp:nvSpPr>
      <dsp:spPr>
        <a:xfrm>
          <a:off x="0" y="3946556"/>
          <a:ext cx="4638115" cy="91367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 objetivo es aprender patrones generales del lenguaje.</a:t>
          </a:r>
        </a:p>
      </dsp:txBody>
      <dsp:txXfrm>
        <a:off x="44602" y="3991158"/>
        <a:ext cx="4548911" cy="8244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B22CE-E5A4-4138-B039-F6A0BF3A9BD7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1D4012-6726-42CB-B725-FE868C9B914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925FA-8967-431E-A54D-A0ED221104FD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Los Foundation Models son la base de la IA generativa moderna.</a:t>
          </a:r>
        </a:p>
      </dsp:txBody>
      <dsp:txXfrm>
        <a:off x="1493203" y="552"/>
        <a:ext cx="6736396" cy="1292816"/>
      </dsp:txXfrm>
    </dsp:sp>
    <dsp:sp modelId="{A6A0BA78-00B9-47C6-8BF1-69E43894F97C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B917E-5BAD-4200-9954-2ECDAA499D5B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D751A-06A4-49BF-9E18-477B2F473B90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Qwen representa una alternativa open‑source importante.</a:t>
          </a:r>
        </a:p>
      </dsp:txBody>
      <dsp:txXfrm>
        <a:off x="1493203" y="1616573"/>
        <a:ext cx="6736396" cy="1292816"/>
      </dsp:txXfrm>
    </dsp:sp>
    <dsp:sp modelId="{D082631D-D2A3-457E-9002-C3F641BF89E5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3667B-5183-4F2B-A167-95384C361C0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14E71-A68D-4941-85E1-19A3B2D71746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Comprender su arquitectura y entrenamiento permite evaluar su potencial y limitaciones.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PE" sz="3100" dirty="0">
                <a:solidFill>
                  <a:schemeClr val="bg1"/>
                </a:solidFill>
              </a:rPr>
              <a:t>Presentación de Seminario</a:t>
            </a:r>
            <a:br>
              <a:rPr lang="es-PE" sz="3100" dirty="0">
                <a:solidFill>
                  <a:schemeClr val="bg1"/>
                </a:solidFill>
              </a:rPr>
            </a:br>
            <a:br>
              <a:rPr lang="es-PE" sz="3100" dirty="0">
                <a:solidFill>
                  <a:schemeClr val="bg1"/>
                </a:solidFill>
              </a:rPr>
            </a:br>
            <a:br>
              <a:rPr lang="es-PE" sz="3100" dirty="0">
                <a:solidFill>
                  <a:schemeClr val="bg1"/>
                </a:solidFill>
              </a:rPr>
            </a:br>
            <a:br>
              <a:rPr lang="es-PE" sz="3100" dirty="0">
                <a:solidFill>
                  <a:schemeClr val="bg1"/>
                </a:solidFill>
              </a:rPr>
            </a:br>
            <a:br>
              <a:rPr lang="es-PE" sz="3100" dirty="0">
                <a:solidFill>
                  <a:schemeClr val="bg1"/>
                </a:solidFill>
              </a:rPr>
            </a:br>
            <a:br>
              <a:rPr lang="es-PE" sz="3100" dirty="0">
                <a:solidFill>
                  <a:schemeClr val="bg1"/>
                </a:solidFill>
              </a:rPr>
            </a:br>
            <a:r>
              <a:rPr lang="es-PE" sz="2400" dirty="0">
                <a:solidFill>
                  <a:schemeClr val="bg1"/>
                </a:solidFill>
              </a:rPr>
              <a:t>Christian Llecllish</a:t>
            </a:r>
            <a:endParaRPr lang="es-PE" sz="3100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F2FB0B-A05E-9BB8-5EDA-4791D9308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98932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MX" sz="3700">
                <a:solidFill>
                  <a:schemeClr val="bg1"/>
                </a:solidFill>
              </a:rPr>
              <a:t>¿Qué es un Foundation Model?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40F88-0E52-8F9C-E432-B3CCCC061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0144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PE" sz="3700">
                <a:solidFill>
                  <a:schemeClr val="bg1"/>
                </a:solidFill>
              </a:rPr>
              <a:t>Ejemplos de Foundation Models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35E55A-65F2-C272-5A85-B9AF2E977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51276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s-PE" sz="3100"/>
              <a:t>Introducción a Qwen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571C0-B0D6-70F6-6BB4-6B67030A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73" r="41641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08C393-B8A8-AE65-53DA-426F7EACB8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70264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PE" sz="3500"/>
              <a:t>Arquitectura del Modelo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sz="1700"/>
              <a:t>Basado en Transformer con Self‑Attention.</a:t>
            </a:r>
          </a:p>
          <a:p>
            <a:endParaRPr sz="1700"/>
          </a:p>
          <a:p>
            <a:r>
              <a:rPr sz="1700"/>
              <a:t>Componentes:</a:t>
            </a:r>
          </a:p>
          <a:p>
            <a:r>
              <a:rPr sz="1700"/>
              <a:t>- Embeddings</a:t>
            </a:r>
          </a:p>
          <a:p>
            <a:r>
              <a:rPr sz="1700"/>
              <a:t>- Multi‑Head Attention</a:t>
            </a:r>
          </a:p>
          <a:p>
            <a:r>
              <a:rPr sz="1700"/>
              <a:t>- Feed Forward Layers</a:t>
            </a:r>
          </a:p>
          <a:p>
            <a:r>
              <a:rPr sz="1700"/>
              <a:t>- Normalización</a:t>
            </a:r>
          </a:p>
          <a:p>
            <a:endParaRPr sz="1700"/>
          </a:p>
          <a:p>
            <a:r>
              <a:rPr sz="1700"/>
              <a:t>Permite capturar relaciones complejas en el lenguaje.</a:t>
            </a:r>
          </a:p>
        </p:txBody>
      </p:sp>
      <p:pic>
        <p:nvPicPr>
          <p:cNvPr id="24" name="Picture 4" descr="Blue blocks and networks technology background">
            <a:extLst>
              <a:ext uri="{FF2B5EF4-FFF2-40B4-BE49-F238E27FC236}">
                <a16:creationId xmlns:a16="http://schemas.microsoft.com/office/drawing/2014/main" id="{06FBA155-CB78-AF95-1760-6B119CFDE3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4" r="46684" b="-44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CCA69EF-E8B5-4598-BEAD-258F1576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5D65ED-8248-4E7D-AF41-C2685CAE7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76A8F9C6-ED35-4E0A-AC66-5241CA206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141" y="412979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4F71A736-42D6-4F11-8A7B-633C4062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141" y="412979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019251"/>
          </a:xfrm>
        </p:spPr>
        <p:txBody>
          <a:bodyPr>
            <a:normAutofit/>
          </a:bodyPr>
          <a:lstStyle/>
          <a:p>
            <a:r>
              <a:rPr lang="es-PE" sz="2800">
                <a:solidFill>
                  <a:schemeClr val="bg1"/>
                </a:solidFill>
              </a:rPr>
              <a:t>Entrenamiento del Modelo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B73D287-48F0-41E2-8B0B-DE4C7D17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31430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BC3C2F6-A83E-46F7-89F9-C282A9234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D78D60A-D765-47AF-BF8C-DD38B6749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61CBF5-5283-4C6A-9049-AA88E175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7A00BB8-8401-4CFA-A40C-8A60D39A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2F6FC59-F5F7-4ED5-8DCD-CF1060899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124749C-25FB-43F3-97CC-16D3738B1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CAAC4D-89A7-40FC-A14D-14E7137A5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9F8FFC8-0941-4853-894E-6FBB72564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84F021A-2C9B-422B-8408-BB819B314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53138C4-3227-4945-9CE8-AF90A759D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C9C4482-176D-49FB-BFC0-2DCD9283E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37D9F02-FC5F-4AA6-83BD-AE4EC012D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3DF942-E0FC-4481-99E4-5EDE1F76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2571B16-D62A-4B37-A469-E72C79D69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3667" y="444870"/>
            <a:ext cx="5193577" cy="5665806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E0A0BC-3EE4-4453-9522-08FF2DE30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6184" y="436482"/>
            <a:ext cx="5201060" cy="5665805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BE36BD-9903-4FB5-BBE7-1023D7F73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3141" y="305936"/>
            <a:ext cx="5207858" cy="568529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17DAC3-E9EE-5296-2FE7-D976D7BF0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6692696"/>
              </p:ext>
            </p:extLst>
          </p:nvPr>
        </p:nvGraphicFramePr>
        <p:xfrm>
          <a:off x="3877235" y="693271"/>
          <a:ext cx="4638115" cy="4887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s-PE">
                <a:solidFill>
                  <a:schemeClr val="bg1"/>
                </a:solidFill>
              </a:rPr>
              <a:t>Aplicaciones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Los Foundation Models permiten: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Chatbots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Generación de texto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Análisis de documentos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Resumen automático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Programación asistida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Sistemas inteligentes de búsqueda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s-MX" sz="3700">
                <a:solidFill>
                  <a:schemeClr val="bg1"/>
                </a:solidFill>
              </a:rPr>
              <a:t>Comparación: Qwen vs GPT vs LLaMA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GPT (OpenAI)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Modelo propietario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Alto rendimiento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Acceso vía API</a:t>
            </a:r>
          </a:p>
          <a:p>
            <a:pPr>
              <a:lnSpc>
                <a:spcPct val="90000"/>
              </a:lnSpc>
            </a:pPr>
            <a:endParaRPr lang="es-PE" sz="1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LLaMA (Meta)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Open weights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Popular en investigación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Muy usado en modelos derivados</a:t>
            </a:r>
          </a:p>
          <a:p>
            <a:pPr>
              <a:lnSpc>
                <a:spcPct val="90000"/>
              </a:lnSpc>
            </a:pPr>
            <a:endParaRPr lang="es-PE" sz="1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Qwen (Alibaba)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Open‑source en varias versiones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Buen rendimiento en instrucciones</a:t>
            </a:r>
          </a:p>
          <a:p>
            <a:pPr>
              <a:lnSpc>
                <a:spcPct val="90000"/>
              </a:lnSpc>
            </a:pPr>
            <a:r>
              <a:rPr lang="es-PE" sz="1500">
                <a:solidFill>
                  <a:schemeClr val="bg1"/>
                </a:solidFill>
              </a:rPr>
              <a:t>- Integración fácil con frameworks open source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s-PE">
                <a:solidFill>
                  <a:schemeClr val="bg1"/>
                </a:solidFill>
              </a:rPr>
              <a:t>Fortalezas de Qwen</a:t>
            </a:r>
          </a:p>
        </p:txBody>
      </p:sp>
      <p:grpSp>
        <p:nvGrpSpPr>
          <p:cNvPr id="36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4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5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6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7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Ventajas: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Open source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Buen rendimiento en tareas de lenguaje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Diferentes tamaños disponibles</a:t>
            </a:r>
          </a:p>
          <a:p>
            <a:pPr>
              <a:lnSpc>
                <a:spcPct val="90000"/>
              </a:lnSpc>
            </a:pPr>
            <a:r>
              <a:rPr lang="es-MX" sz="2700">
                <a:solidFill>
                  <a:schemeClr val="bg1"/>
                </a:solidFill>
              </a:rPr>
              <a:t>- Compatible con herramientas modernas de 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606" y="1187311"/>
            <a:ext cx="3817164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975" y="1178924"/>
            <a:ext cx="3817164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840" y="1130846"/>
            <a:ext cx="3779606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280" y="1424181"/>
            <a:ext cx="1016653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1876" y="629793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1876" y="629793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7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49521" y="5188771"/>
            <a:ext cx="807591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8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91619"/>
            <a:ext cx="3679050" cy="4042196"/>
          </a:xfrm>
        </p:spPr>
        <p:txBody>
          <a:bodyPr>
            <a:normAutofit/>
          </a:bodyPr>
          <a:lstStyle/>
          <a:p>
            <a:r>
              <a:rPr lang="es-PE">
                <a:solidFill>
                  <a:schemeClr val="bg1"/>
                </a:solidFill>
              </a:rPr>
              <a:t>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000">
                <a:solidFill>
                  <a:schemeClr val="bg1"/>
                </a:solidFill>
              </a:rPr>
              <a:t>Desafíos:</a:t>
            </a:r>
          </a:p>
          <a:p>
            <a:pPr>
              <a:lnSpc>
                <a:spcPct val="90000"/>
              </a:lnSpc>
            </a:pPr>
            <a:r>
              <a:rPr lang="es-MX" sz="3000">
                <a:solidFill>
                  <a:schemeClr val="bg1"/>
                </a:solidFill>
              </a:rPr>
              <a:t>- Posibles alucinaciones</a:t>
            </a:r>
          </a:p>
          <a:p>
            <a:pPr>
              <a:lnSpc>
                <a:spcPct val="90000"/>
              </a:lnSpc>
            </a:pPr>
            <a:r>
              <a:rPr lang="es-MX" sz="3000">
                <a:solidFill>
                  <a:schemeClr val="bg1"/>
                </a:solidFill>
              </a:rPr>
              <a:t>- Dependencia de calidad de datos</a:t>
            </a:r>
          </a:p>
          <a:p>
            <a:pPr>
              <a:lnSpc>
                <a:spcPct val="90000"/>
              </a:lnSpc>
            </a:pPr>
            <a:r>
              <a:rPr lang="es-MX" sz="3000">
                <a:solidFill>
                  <a:schemeClr val="bg1"/>
                </a:solidFill>
              </a:rPr>
              <a:t>- Alto costo computacional en modelos grandes</a:t>
            </a:r>
          </a:p>
          <a:p>
            <a:pPr>
              <a:lnSpc>
                <a:spcPct val="90000"/>
              </a:lnSpc>
            </a:pPr>
            <a:r>
              <a:rPr lang="es-MX" sz="3000">
                <a:solidFill>
                  <a:schemeClr val="bg1"/>
                </a:solidFill>
              </a:rPr>
              <a:t>- Riesgo de sesgos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Conclusiones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4376154-96DD-9BAD-25F1-57FDD2000C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383</Words>
  <Application>Microsoft Office PowerPoint</Application>
  <PresentationFormat>Presentación en pantalla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Seminario      Christian Llecllish</vt:lpstr>
      <vt:lpstr>¿Qué es un Foundation Model?</vt:lpstr>
      <vt:lpstr>Ejemplos de Foundation Models</vt:lpstr>
      <vt:lpstr>Introducción a Qwen</vt:lpstr>
      <vt:lpstr>Arquitectura del Modelo</vt:lpstr>
      <vt:lpstr>Entrenamiento del Modelo</vt:lpstr>
      <vt:lpstr>Aplicaciones</vt:lpstr>
      <vt:lpstr>Comparación: Qwen vs GPT vs LLaMA</vt:lpstr>
      <vt:lpstr>Fortalezas de Qwen</vt:lpstr>
      <vt:lpstr>Limitaciones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Christian LLecllish Zarate</dc:creator>
  <cp:keywords/>
  <dc:description>generated using python-pptx</dc:description>
  <cp:lastModifiedBy>Christian LLecllish Zarate</cp:lastModifiedBy>
  <cp:revision>2</cp:revision>
  <dcterms:created xsi:type="dcterms:W3CDTF">2013-01-27T09:14:16Z</dcterms:created>
  <dcterms:modified xsi:type="dcterms:W3CDTF">2026-03-18T21:54:46Z</dcterms:modified>
  <cp:category/>
</cp:coreProperties>
</file>